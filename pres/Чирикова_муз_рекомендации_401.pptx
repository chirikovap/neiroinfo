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4630400" cy="8229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0" name="Shape 10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5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731519" y="110489"/>
            <a:ext cx="13167362" cy="1809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731519" y="1920239"/>
            <a:ext cx="13167362" cy="630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1.tif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9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0.png"/><Relationship Id="rId3" Type="http://schemas.openxmlformats.org/officeDocument/2006/relationships/image" Target="../media/image2.tif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ext 0"/>
          <p:cNvSpPr txBox="1"/>
          <p:nvPr/>
        </p:nvSpPr>
        <p:spPr>
          <a:xfrm>
            <a:off x="6280189" y="2082045"/>
            <a:ext cx="7556422" cy="2084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Музыкальная система рекомендаций: Learning to Rank</a:t>
            </a:r>
          </a:p>
        </p:txBody>
      </p:sp>
      <p:sp>
        <p:nvSpPr>
          <p:cNvPr id="104" name="Text 1"/>
          <p:cNvSpPr txBox="1"/>
          <p:nvPr/>
        </p:nvSpPr>
        <p:spPr>
          <a:xfrm>
            <a:off x="6280189" y="4548544"/>
            <a:ext cx="4243835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Выполнила: Чирикова Полина Сергеевна</a:t>
            </a:r>
          </a:p>
        </p:txBody>
      </p:sp>
      <p:sp>
        <p:nvSpPr>
          <p:cNvPr id="105" name="Text 2"/>
          <p:cNvSpPr txBox="1"/>
          <p:nvPr/>
        </p:nvSpPr>
        <p:spPr>
          <a:xfrm>
            <a:off x="6280189" y="5166597"/>
            <a:ext cx="3299800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студентка группы: М8О-401Б-21</a:t>
            </a:r>
          </a:p>
        </p:txBody>
      </p:sp>
      <p:sp>
        <p:nvSpPr>
          <p:cNvPr id="106" name="Text 3"/>
          <p:cNvSpPr txBox="1"/>
          <p:nvPr/>
        </p:nvSpPr>
        <p:spPr>
          <a:xfrm>
            <a:off x="9399659" y="7592431"/>
            <a:ext cx="1317483" cy="33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Москва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 txBox="1"/>
          <p:nvPr/>
        </p:nvSpPr>
        <p:spPr>
          <a:xfrm>
            <a:off x="708659" y="556735"/>
            <a:ext cx="3505921" cy="611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900"/>
              </a:lnSpc>
              <a:defRPr sz="39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Обзор проекта</a:t>
            </a:r>
          </a:p>
        </p:txBody>
      </p:sp>
      <p:pic>
        <p:nvPicPr>
          <p:cNvPr id="10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69755" y="2697956"/>
            <a:ext cx="5676901" cy="4779884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Цель:…"/>
          <p:cNvSpPr txBox="1"/>
          <p:nvPr/>
        </p:nvSpPr>
        <p:spPr>
          <a:xfrm>
            <a:off x="523438" y="1542715"/>
            <a:ext cx="8163325" cy="3558889"/>
          </a:xfrm>
          <a:prstGeom prst="rect">
            <a:avLst/>
          </a:prstGeom>
          <a:solidFill>
            <a:srgbClr val="212732"/>
          </a:solidFill>
          <a:ln w="12700">
            <a:solidFill>
              <a:schemeClr val="accent1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Цель: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Показать, зачем нужна персонализация ленты новостей (или музыкальной платформы).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Основная идея: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У каждого пользователя свои интересы, важно рекомендовать наиболее актуальный контент.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Ключевые задачи: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b="1"/>
              <a:t>Сбор данных</a:t>
            </a:r>
            <a:r>
              <a:t> о пользователях и их взаимодействиях с контентом.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b="1"/>
              <a:t>Построение модели</a:t>
            </a:r>
            <a:r>
              <a:t>, которая научится предсказывать «интерес» к тому или иному посту.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b="1"/>
              <a:t>Внедрение</a:t>
            </a:r>
            <a:r>
              <a:t> модели в виде сервиса ранжирования.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Text 0"/>
          <p:cNvSpPr txBox="1"/>
          <p:nvPr/>
        </p:nvSpPr>
        <p:spPr>
          <a:xfrm>
            <a:off x="569569" y="31818"/>
            <a:ext cx="7556422" cy="2084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Постановка задачи м исходные данные (Raw Data)</a:t>
            </a:r>
          </a:p>
        </p:txBody>
      </p:sp>
      <p:sp>
        <p:nvSpPr>
          <p:cNvPr id="114" name="Text 1"/>
          <p:cNvSpPr txBox="1"/>
          <p:nvPr/>
        </p:nvSpPr>
        <p:spPr>
          <a:xfrm>
            <a:off x="135141" y="2125869"/>
            <a:ext cx="9156732" cy="1756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Данные о пользователях: возраст, пол, местоположение, жанровые предпочтения, социальные связи (друзья/подписки). Данные о постах/треках: текст, хэштеги (или жанр и исполнитель), характеристики мультимедиа (обложки, аудиофичи и т.д.). Логи взаимодействий: лайки, комментарии, репосты, прослушивания, добавления в плейлист, время просмотра или прослушивания, CTR, клики.</a:t>
            </a:r>
          </a:p>
        </p:txBody>
      </p:sp>
      <p:pic>
        <p:nvPicPr>
          <p:cNvPr id="115" name="Снимок экрана 2025-01-14 в 01.20.12.png" descr="Снимок экрана 2025-01-14 в 01.20.12.png"/>
          <p:cNvPicPr>
            <a:picLocks noChangeAspect="1"/>
          </p:cNvPicPr>
          <p:nvPr/>
        </p:nvPicPr>
        <p:blipFill>
          <a:blip r:embed="rId3">
            <a:extLst/>
          </a:blip>
          <a:srcRect l="2372" t="2805" r="9445" b="12555"/>
          <a:stretch>
            <a:fillRect/>
          </a:stretch>
        </p:blipFill>
        <p:spPr>
          <a:xfrm>
            <a:off x="665483" y="4459684"/>
            <a:ext cx="6007101" cy="34181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6" h="21569" fill="norm" stroke="1" extrusionOk="0">
                <a:moveTo>
                  <a:pt x="1062" y="0"/>
                </a:moveTo>
                <a:cubicBezTo>
                  <a:pt x="990" y="6"/>
                  <a:pt x="931" y="56"/>
                  <a:pt x="931" y="146"/>
                </a:cubicBezTo>
                <a:cubicBezTo>
                  <a:pt x="931" y="226"/>
                  <a:pt x="958" y="321"/>
                  <a:pt x="990" y="356"/>
                </a:cubicBezTo>
                <a:cubicBezTo>
                  <a:pt x="998" y="365"/>
                  <a:pt x="1005" y="380"/>
                  <a:pt x="1012" y="399"/>
                </a:cubicBezTo>
                <a:cubicBezTo>
                  <a:pt x="1034" y="455"/>
                  <a:pt x="1050" y="549"/>
                  <a:pt x="1052" y="641"/>
                </a:cubicBezTo>
                <a:cubicBezTo>
                  <a:pt x="1058" y="861"/>
                  <a:pt x="1059" y="860"/>
                  <a:pt x="1096" y="629"/>
                </a:cubicBezTo>
                <a:cubicBezTo>
                  <a:pt x="1145" y="325"/>
                  <a:pt x="1246" y="294"/>
                  <a:pt x="1269" y="574"/>
                </a:cubicBezTo>
                <a:cubicBezTo>
                  <a:pt x="1284" y="762"/>
                  <a:pt x="1323" y="789"/>
                  <a:pt x="1558" y="787"/>
                </a:cubicBezTo>
                <a:cubicBezTo>
                  <a:pt x="1708" y="785"/>
                  <a:pt x="1862" y="742"/>
                  <a:pt x="1899" y="692"/>
                </a:cubicBezTo>
                <a:cubicBezTo>
                  <a:pt x="1940" y="635"/>
                  <a:pt x="1980" y="641"/>
                  <a:pt x="2002" y="702"/>
                </a:cubicBezTo>
                <a:cubicBezTo>
                  <a:pt x="2021" y="757"/>
                  <a:pt x="2142" y="800"/>
                  <a:pt x="2271" y="797"/>
                </a:cubicBezTo>
                <a:cubicBezTo>
                  <a:pt x="2400" y="794"/>
                  <a:pt x="2520" y="814"/>
                  <a:pt x="2538" y="844"/>
                </a:cubicBezTo>
                <a:cubicBezTo>
                  <a:pt x="2588" y="932"/>
                  <a:pt x="3155" y="818"/>
                  <a:pt x="3233" y="704"/>
                </a:cubicBezTo>
                <a:cubicBezTo>
                  <a:pt x="3280" y="636"/>
                  <a:pt x="3315" y="635"/>
                  <a:pt x="3339" y="702"/>
                </a:cubicBezTo>
                <a:cubicBezTo>
                  <a:pt x="3358" y="757"/>
                  <a:pt x="3500" y="801"/>
                  <a:pt x="3654" y="799"/>
                </a:cubicBezTo>
                <a:cubicBezTo>
                  <a:pt x="3922" y="796"/>
                  <a:pt x="3933" y="783"/>
                  <a:pt x="3933" y="506"/>
                </a:cubicBezTo>
                <a:lnTo>
                  <a:pt x="3933" y="216"/>
                </a:lnTo>
                <a:lnTo>
                  <a:pt x="2985" y="218"/>
                </a:lnTo>
                <a:cubicBezTo>
                  <a:pt x="2438" y="219"/>
                  <a:pt x="2022" y="262"/>
                  <a:pt x="2002" y="318"/>
                </a:cubicBezTo>
                <a:cubicBezTo>
                  <a:pt x="1980" y="380"/>
                  <a:pt x="1938" y="376"/>
                  <a:pt x="1890" y="306"/>
                </a:cubicBezTo>
                <a:cubicBezTo>
                  <a:pt x="1848" y="245"/>
                  <a:pt x="1706" y="205"/>
                  <a:pt x="1575" y="218"/>
                </a:cubicBezTo>
                <a:cubicBezTo>
                  <a:pt x="1444" y="232"/>
                  <a:pt x="1306" y="188"/>
                  <a:pt x="1268" y="121"/>
                </a:cubicBezTo>
                <a:cubicBezTo>
                  <a:pt x="1219" y="35"/>
                  <a:pt x="1134" y="-5"/>
                  <a:pt x="1062" y="0"/>
                </a:cubicBezTo>
                <a:close/>
                <a:moveTo>
                  <a:pt x="180" y="8"/>
                </a:moveTo>
                <a:cubicBezTo>
                  <a:pt x="159" y="4"/>
                  <a:pt x="130" y="38"/>
                  <a:pt x="87" y="101"/>
                </a:cubicBezTo>
                <a:cubicBezTo>
                  <a:pt x="24" y="192"/>
                  <a:pt x="15" y="267"/>
                  <a:pt x="57" y="341"/>
                </a:cubicBezTo>
                <a:cubicBezTo>
                  <a:pt x="91" y="399"/>
                  <a:pt x="117" y="533"/>
                  <a:pt x="117" y="639"/>
                </a:cubicBezTo>
                <a:cubicBezTo>
                  <a:pt x="117" y="747"/>
                  <a:pt x="149" y="813"/>
                  <a:pt x="190" y="789"/>
                </a:cubicBezTo>
                <a:cubicBezTo>
                  <a:pt x="235" y="763"/>
                  <a:pt x="255" y="614"/>
                  <a:pt x="243" y="399"/>
                </a:cubicBezTo>
                <a:cubicBezTo>
                  <a:pt x="227" y="129"/>
                  <a:pt x="215" y="14"/>
                  <a:pt x="180" y="8"/>
                </a:cubicBezTo>
                <a:close/>
                <a:moveTo>
                  <a:pt x="408" y="611"/>
                </a:moveTo>
                <a:cubicBezTo>
                  <a:pt x="376" y="611"/>
                  <a:pt x="350" y="656"/>
                  <a:pt x="350" y="712"/>
                </a:cubicBezTo>
                <a:cubicBezTo>
                  <a:pt x="350" y="768"/>
                  <a:pt x="376" y="814"/>
                  <a:pt x="408" y="814"/>
                </a:cubicBezTo>
                <a:cubicBezTo>
                  <a:pt x="440" y="814"/>
                  <a:pt x="466" y="768"/>
                  <a:pt x="466" y="712"/>
                </a:cubicBezTo>
                <a:cubicBezTo>
                  <a:pt x="466" y="656"/>
                  <a:pt x="440" y="611"/>
                  <a:pt x="408" y="611"/>
                </a:cubicBezTo>
                <a:close/>
                <a:moveTo>
                  <a:pt x="4891" y="2064"/>
                </a:moveTo>
                <a:cubicBezTo>
                  <a:pt x="4882" y="2067"/>
                  <a:pt x="4874" y="2073"/>
                  <a:pt x="4865" y="2081"/>
                </a:cubicBezTo>
                <a:cubicBezTo>
                  <a:pt x="4857" y="2090"/>
                  <a:pt x="4849" y="2100"/>
                  <a:pt x="4841" y="2114"/>
                </a:cubicBezTo>
                <a:cubicBezTo>
                  <a:pt x="4825" y="2142"/>
                  <a:pt x="4807" y="2181"/>
                  <a:pt x="4787" y="2232"/>
                </a:cubicBezTo>
                <a:cubicBezTo>
                  <a:pt x="4717" y="2408"/>
                  <a:pt x="4681" y="2430"/>
                  <a:pt x="4617" y="2337"/>
                </a:cubicBezTo>
                <a:cubicBezTo>
                  <a:pt x="4573" y="2272"/>
                  <a:pt x="4499" y="2242"/>
                  <a:pt x="4455" y="2272"/>
                </a:cubicBezTo>
                <a:cubicBezTo>
                  <a:pt x="4444" y="2279"/>
                  <a:pt x="4432" y="2283"/>
                  <a:pt x="4419" y="2284"/>
                </a:cubicBezTo>
                <a:cubicBezTo>
                  <a:pt x="4406" y="2285"/>
                  <a:pt x="4392" y="2284"/>
                  <a:pt x="4379" y="2279"/>
                </a:cubicBezTo>
                <a:cubicBezTo>
                  <a:pt x="4353" y="2269"/>
                  <a:pt x="4328" y="2247"/>
                  <a:pt x="4311" y="2217"/>
                </a:cubicBezTo>
                <a:cubicBezTo>
                  <a:pt x="4269" y="2144"/>
                  <a:pt x="4223" y="2140"/>
                  <a:pt x="4173" y="2207"/>
                </a:cubicBezTo>
                <a:cubicBezTo>
                  <a:pt x="4076" y="2336"/>
                  <a:pt x="3555" y="2296"/>
                  <a:pt x="3474" y="2154"/>
                </a:cubicBezTo>
                <a:cubicBezTo>
                  <a:pt x="3433" y="2082"/>
                  <a:pt x="3377" y="2080"/>
                  <a:pt x="3306" y="2147"/>
                </a:cubicBezTo>
                <a:cubicBezTo>
                  <a:pt x="3248" y="2201"/>
                  <a:pt x="3010" y="2253"/>
                  <a:pt x="2777" y="2262"/>
                </a:cubicBezTo>
                <a:cubicBezTo>
                  <a:pt x="2545" y="2271"/>
                  <a:pt x="2322" y="2322"/>
                  <a:pt x="2282" y="2375"/>
                </a:cubicBezTo>
                <a:cubicBezTo>
                  <a:pt x="2234" y="2439"/>
                  <a:pt x="2200" y="2416"/>
                  <a:pt x="2176" y="2304"/>
                </a:cubicBezTo>
                <a:cubicBezTo>
                  <a:pt x="2156" y="2214"/>
                  <a:pt x="2112" y="2139"/>
                  <a:pt x="2080" y="2139"/>
                </a:cubicBezTo>
                <a:cubicBezTo>
                  <a:pt x="2048" y="2139"/>
                  <a:pt x="2038" y="2207"/>
                  <a:pt x="2056" y="2289"/>
                </a:cubicBezTo>
                <a:cubicBezTo>
                  <a:pt x="2074" y="2372"/>
                  <a:pt x="2064" y="2467"/>
                  <a:pt x="2033" y="2500"/>
                </a:cubicBezTo>
                <a:cubicBezTo>
                  <a:pt x="2002" y="2533"/>
                  <a:pt x="1977" y="2623"/>
                  <a:pt x="1977" y="2703"/>
                </a:cubicBezTo>
                <a:cubicBezTo>
                  <a:pt x="1977" y="2822"/>
                  <a:pt x="2123" y="2846"/>
                  <a:pt x="2794" y="2835"/>
                </a:cubicBezTo>
                <a:cubicBezTo>
                  <a:pt x="3341" y="2826"/>
                  <a:pt x="3632" y="2862"/>
                  <a:pt x="3677" y="2941"/>
                </a:cubicBezTo>
                <a:cubicBezTo>
                  <a:pt x="3773" y="3110"/>
                  <a:pt x="3862" y="3084"/>
                  <a:pt x="3982" y="2853"/>
                </a:cubicBezTo>
                <a:cubicBezTo>
                  <a:pt x="3997" y="2823"/>
                  <a:pt x="4013" y="2798"/>
                  <a:pt x="4029" y="2778"/>
                </a:cubicBezTo>
                <a:cubicBezTo>
                  <a:pt x="4044" y="2757"/>
                  <a:pt x="4061" y="2741"/>
                  <a:pt x="4076" y="2730"/>
                </a:cubicBezTo>
                <a:cubicBezTo>
                  <a:pt x="4105" y="2709"/>
                  <a:pt x="4131" y="2708"/>
                  <a:pt x="4150" y="2733"/>
                </a:cubicBezTo>
                <a:cubicBezTo>
                  <a:pt x="4247" y="2859"/>
                  <a:pt x="4580" y="2870"/>
                  <a:pt x="4623" y="2748"/>
                </a:cubicBezTo>
                <a:cubicBezTo>
                  <a:pt x="4646" y="2682"/>
                  <a:pt x="4687" y="2674"/>
                  <a:pt x="4729" y="2730"/>
                </a:cubicBezTo>
                <a:cubicBezTo>
                  <a:pt x="4766" y="2781"/>
                  <a:pt x="5073" y="2826"/>
                  <a:pt x="5411" y="2830"/>
                </a:cubicBezTo>
                <a:lnTo>
                  <a:pt x="6029" y="2835"/>
                </a:lnTo>
                <a:lnTo>
                  <a:pt x="6031" y="2562"/>
                </a:lnTo>
                <a:cubicBezTo>
                  <a:pt x="6037" y="2240"/>
                  <a:pt x="5790" y="1961"/>
                  <a:pt x="5662" y="2147"/>
                </a:cubicBezTo>
                <a:cubicBezTo>
                  <a:pt x="5558" y="2298"/>
                  <a:pt x="5271" y="2294"/>
                  <a:pt x="5058" y="2139"/>
                </a:cubicBezTo>
                <a:cubicBezTo>
                  <a:pt x="4975" y="2079"/>
                  <a:pt x="4928" y="2052"/>
                  <a:pt x="4891" y="2064"/>
                </a:cubicBezTo>
                <a:close/>
                <a:moveTo>
                  <a:pt x="11917" y="2244"/>
                </a:moveTo>
                <a:cubicBezTo>
                  <a:pt x="11882" y="2243"/>
                  <a:pt x="11847" y="2268"/>
                  <a:pt x="11802" y="2317"/>
                </a:cubicBezTo>
                <a:cubicBezTo>
                  <a:pt x="11739" y="2385"/>
                  <a:pt x="11675" y="2401"/>
                  <a:pt x="11658" y="2352"/>
                </a:cubicBezTo>
                <a:cubicBezTo>
                  <a:pt x="11641" y="2303"/>
                  <a:pt x="11266" y="2266"/>
                  <a:pt x="10827" y="2267"/>
                </a:cubicBezTo>
                <a:cubicBezTo>
                  <a:pt x="10660" y="2267"/>
                  <a:pt x="10526" y="2269"/>
                  <a:pt x="10418" y="2274"/>
                </a:cubicBezTo>
                <a:cubicBezTo>
                  <a:pt x="10201" y="2284"/>
                  <a:pt x="10088" y="2306"/>
                  <a:pt x="10024" y="2349"/>
                </a:cubicBezTo>
                <a:cubicBezTo>
                  <a:pt x="9992" y="2371"/>
                  <a:pt x="9973" y="2398"/>
                  <a:pt x="9959" y="2432"/>
                </a:cubicBezTo>
                <a:cubicBezTo>
                  <a:pt x="9896" y="2582"/>
                  <a:pt x="9886" y="2583"/>
                  <a:pt x="9853" y="2435"/>
                </a:cubicBezTo>
                <a:cubicBezTo>
                  <a:pt x="9821" y="2291"/>
                  <a:pt x="9607" y="2272"/>
                  <a:pt x="8018" y="2264"/>
                </a:cubicBezTo>
                <a:lnTo>
                  <a:pt x="6220" y="2257"/>
                </a:lnTo>
                <a:lnTo>
                  <a:pt x="6220" y="2617"/>
                </a:lnTo>
                <a:cubicBezTo>
                  <a:pt x="6220" y="2919"/>
                  <a:pt x="6236" y="2965"/>
                  <a:pt x="6321" y="2905"/>
                </a:cubicBezTo>
                <a:cubicBezTo>
                  <a:pt x="6377" y="2867"/>
                  <a:pt x="6723" y="2843"/>
                  <a:pt x="7091" y="2853"/>
                </a:cubicBezTo>
                <a:cubicBezTo>
                  <a:pt x="7458" y="2863"/>
                  <a:pt x="7812" y="2869"/>
                  <a:pt x="7876" y="2865"/>
                </a:cubicBezTo>
                <a:cubicBezTo>
                  <a:pt x="7940" y="2862"/>
                  <a:pt x="8404" y="2854"/>
                  <a:pt x="8907" y="2848"/>
                </a:cubicBezTo>
                <a:cubicBezTo>
                  <a:pt x="9431" y="2842"/>
                  <a:pt x="9836" y="2795"/>
                  <a:pt x="9856" y="2738"/>
                </a:cubicBezTo>
                <a:cubicBezTo>
                  <a:pt x="9878" y="2676"/>
                  <a:pt x="9917" y="2676"/>
                  <a:pt x="9959" y="2735"/>
                </a:cubicBezTo>
                <a:cubicBezTo>
                  <a:pt x="10035" y="2843"/>
                  <a:pt x="11593" y="2841"/>
                  <a:pt x="11655" y="2733"/>
                </a:cubicBezTo>
                <a:cubicBezTo>
                  <a:pt x="11677" y="2694"/>
                  <a:pt x="11744" y="2714"/>
                  <a:pt x="11805" y="2780"/>
                </a:cubicBezTo>
                <a:cubicBezTo>
                  <a:pt x="11890" y="2874"/>
                  <a:pt x="11941" y="2873"/>
                  <a:pt x="12035" y="2770"/>
                </a:cubicBezTo>
                <a:cubicBezTo>
                  <a:pt x="12114" y="2684"/>
                  <a:pt x="12180" y="2671"/>
                  <a:pt x="12225" y="2735"/>
                </a:cubicBezTo>
                <a:cubicBezTo>
                  <a:pt x="12314" y="2863"/>
                  <a:pt x="13531" y="2865"/>
                  <a:pt x="13576" y="2738"/>
                </a:cubicBezTo>
                <a:cubicBezTo>
                  <a:pt x="13598" y="2676"/>
                  <a:pt x="13635" y="2675"/>
                  <a:pt x="13678" y="2735"/>
                </a:cubicBezTo>
                <a:cubicBezTo>
                  <a:pt x="13763" y="2856"/>
                  <a:pt x="15454" y="2852"/>
                  <a:pt x="15496" y="2730"/>
                </a:cubicBezTo>
                <a:cubicBezTo>
                  <a:pt x="15515" y="2678"/>
                  <a:pt x="15557" y="2679"/>
                  <a:pt x="15596" y="2733"/>
                </a:cubicBezTo>
                <a:cubicBezTo>
                  <a:pt x="15633" y="2784"/>
                  <a:pt x="15749" y="2822"/>
                  <a:pt x="15853" y="2820"/>
                </a:cubicBezTo>
                <a:cubicBezTo>
                  <a:pt x="16020" y="2818"/>
                  <a:pt x="16041" y="2787"/>
                  <a:pt x="16041" y="2537"/>
                </a:cubicBezTo>
                <a:cubicBezTo>
                  <a:pt x="16041" y="2286"/>
                  <a:pt x="16021" y="2256"/>
                  <a:pt x="15853" y="2262"/>
                </a:cubicBezTo>
                <a:cubicBezTo>
                  <a:pt x="15749" y="2265"/>
                  <a:pt x="15630" y="2314"/>
                  <a:pt x="15591" y="2370"/>
                </a:cubicBezTo>
                <a:cubicBezTo>
                  <a:pt x="15542" y="2437"/>
                  <a:pt x="15493" y="2434"/>
                  <a:pt x="15445" y="2364"/>
                </a:cubicBezTo>
                <a:cubicBezTo>
                  <a:pt x="15358" y="2238"/>
                  <a:pt x="13899" y="2236"/>
                  <a:pt x="13854" y="2362"/>
                </a:cubicBezTo>
                <a:cubicBezTo>
                  <a:pt x="13838" y="2409"/>
                  <a:pt x="13794" y="2416"/>
                  <a:pt x="13756" y="2375"/>
                </a:cubicBezTo>
                <a:cubicBezTo>
                  <a:pt x="13639" y="2247"/>
                  <a:pt x="13472" y="2234"/>
                  <a:pt x="13394" y="2347"/>
                </a:cubicBezTo>
                <a:cubicBezTo>
                  <a:pt x="13351" y="2410"/>
                  <a:pt x="13306" y="2416"/>
                  <a:pt x="13287" y="2362"/>
                </a:cubicBezTo>
                <a:cubicBezTo>
                  <a:pt x="13243" y="2238"/>
                  <a:pt x="12312" y="2236"/>
                  <a:pt x="12225" y="2359"/>
                </a:cubicBezTo>
                <a:cubicBezTo>
                  <a:pt x="12181" y="2422"/>
                  <a:pt x="12113" y="2410"/>
                  <a:pt x="12035" y="2324"/>
                </a:cubicBezTo>
                <a:cubicBezTo>
                  <a:pt x="11988" y="2272"/>
                  <a:pt x="11952" y="2245"/>
                  <a:pt x="11917" y="2244"/>
                </a:cubicBezTo>
                <a:close/>
                <a:moveTo>
                  <a:pt x="19944" y="2249"/>
                </a:moveTo>
                <a:cubicBezTo>
                  <a:pt x="19909" y="2249"/>
                  <a:pt x="19865" y="2255"/>
                  <a:pt x="19804" y="2264"/>
                </a:cubicBezTo>
                <a:cubicBezTo>
                  <a:pt x="19668" y="2284"/>
                  <a:pt x="19525" y="2334"/>
                  <a:pt x="19488" y="2375"/>
                </a:cubicBezTo>
                <a:cubicBezTo>
                  <a:pt x="19450" y="2415"/>
                  <a:pt x="19406" y="2405"/>
                  <a:pt x="19388" y="2354"/>
                </a:cubicBezTo>
                <a:cubicBezTo>
                  <a:pt x="19370" y="2302"/>
                  <a:pt x="18677" y="2269"/>
                  <a:pt x="17800" y="2277"/>
                </a:cubicBezTo>
                <a:lnTo>
                  <a:pt x="16245" y="2292"/>
                </a:lnTo>
                <a:lnTo>
                  <a:pt x="16245" y="2547"/>
                </a:lnTo>
                <a:cubicBezTo>
                  <a:pt x="16245" y="2720"/>
                  <a:pt x="16258" y="2777"/>
                  <a:pt x="16362" y="2803"/>
                </a:cubicBezTo>
                <a:cubicBezTo>
                  <a:pt x="16396" y="2811"/>
                  <a:pt x="16441" y="2816"/>
                  <a:pt x="16499" y="2820"/>
                </a:cubicBezTo>
                <a:cubicBezTo>
                  <a:pt x="16638" y="2831"/>
                  <a:pt x="16767" y="2866"/>
                  <a:pt x="16785" y="2898"/>
                </a:cubicBezTo>
                <a:cubicBezTo>
                  <a:pt x="16803" y="2930"/>
                  <a:pt x="16871" y="2925"/>
                  <a:pt x="16938" y="2888"/>
                </a:cubicBezTo>
                <a:cubicBezTo>
                  <a:pt x="17004" y="2851"/>
                  <a:pt x="17234" y="2821"/>
                  <a:pt x="17451" y="2823"/>
                </a:cubicBezTo>
                <a:cubicBezTo>
                  <a:pt x="17667" y="2825"/>
                  <a:pt x="17859" y="2788"/>
                  <a:pt x="17877" y="2738"/>
                </a:cubicBezTo>
                <a:cubicBezTo>
                  <a:pt x="17895" y="2688"/>
                  <a:pt x="17940" y="2680"/>
                  <a:pt x="17978" y="2723"/>
                </a:cubicBezTo>
                <a:cubicBezTo>
                  <a:pt x="18078" y="2835"/>
                  <a:pt x="18732" y="2843"/>
                  <a:pt x="18811" y="2733"/>
                </a:cubicBezTo>
                <a:cubicBezTo>
                  <a:pt x="18848" y="2681"/>
                  <a:pt x="18893" y="2676"/>
                  <a:pt x="18909" y="2723"/>
                </a:cubicBezTo>
                <a:cubicBezTo>
                  <a:pt x="18955" y="2853"/>
                  <a:pt x="19300" y="2871"/>
                  <a:pt x="19385" y="2748"/>
                </a:cubicBezTo>
                <a:cubicBezTo>
                  <a:pt x="19427" y="2687"/>
                  <a:pt x="19474" y="2678"/>
                  <a:pt x="19492" y="2728"/>
                </a:cubicBezTo>
                <a:cubicBezTo>
                  <a:pt x="19509" y="2777"/>
                  <a:pt x="19642" y="2826"/>
                  <a:pt x="19787" y="2835"/>
                </a:cubicBezTo>
                <a:cubicBezTo>
                  <a:pt x="20045" y="2852"/>
                  <a:pt x="20051" y="2846"/>
                  <a:pt x="20051" y="2540"/>
                </a:cubicBezTo>
                <a:cubicBezTo>
                  <a:pt x="20051" y="2310"/>
                  <a:pt x="20047" y="2250"/>
                  <a:pt x="19944" y="2249"/>
                </a:cubicBezTo>
                <a:close/>
                <a:moveTo>
                  <a:pt x="1337" y="2297"/>
                </a:moveTo>
                <a:cubicBezTo>
                  <a:pt x="1292" y="2305"/>
                  <a:pt x="1244" y="2368"/>
                  <a:pt x="1232" y="2480"/>
                </a:cubicBezTo>
                <a:cubicBezTo>
                  <a:pt x="1217" y="2616"/>
                  <a:pt x="1240" y="2656"/>
                  <a:pt x="1317" y="2630"/>
                </a:cubicBezTo>
                <a:cubicBezTo>
                  <a:pt x="1376" y="2610"/>
                  <a:pt x="1424" y="2528"/>
                  <a:pt x="1424" y="2445"/>
                </a:cubicBezTo>
                <a:cubicBezTo>
                  <a:pt x="1424" y="2335"/>
                  <a:pt x="1383" y="2288"/>
                  <a:pt x="1337" y="2297"/>
                </a:cubicBezTo>
                <a:close/>
                <a:moveTo>
                  <a:pt x="5001" y="3682"/>
                </a:moveTo>
                <a:cubicBezTo>
                  <a:pt x="4980" y="3681"/>
                  <a:pt x="4955" y="3708"/>
                  <a:pt x="4918" y="3762"/>
                </a:cubicBezTo>
                <a:cubicBezTo>
                  <a:pt x="4850" y="3861"/>
                  <a:pt x="4480" y="3893"/>
                  <a:pt x="3399" y="3892"/>
                </a:cubicBezTo>
                <a:lnTo>
                  <a:pt x="1970" y="3890"/>
                </a:lnTo>
                <a:lnTo>
                  <a:pt x="1987" y="4160"/>
                </a:lnTo>
                <a:lnTo>
                  <a:pt x="2006" y="4428"/>
                </a:lnTo>
                <a:lnTo>
                  <a:pt x="3111" y="4441"/>
                </a:lnTo>
                <a:cubicBezTo>
                  <a:pt x="3718" y="4447"/>
                  <a:pt x="4245" y="4410"/>
                  <a:pt x="4282" y="4360"/>
                </a:cubicBezTo>
                <a:cubicBezTo>
                  <a:pt x="4322" y="4307"/>
                  <a:pt x="4363" y="4308"/>
                  <a:pt x="4382" y="4363"/>
                </a:cubicBezTo>
                <a:cubicBezTo>
                  <a:pt x="4400" y="4415"/>
                  <a:pt x="4494" y="4443"/>
                  <a:pt x="4589" y="4423"/>
                </a:cubicBezTo>
                <a:cubicBezTo>
                  <a:pt x="4684" y="4404"/>
                  <a:pt x="4778" y="4434"/>
                  <a:pt x="4798" y="4491"/>
                </a:cubicBezTo>
                <a:cubicBezTo>
                  <a:pt x="4813" y="4533"/>
                  <a:pt x="4857" y="4553"/>
                  <a:pt x="4908" y="4543"/>
                </a:cubicBezTo>
                <a:cubicBezTo>
                  <a:pt x="4925" y="4540"/>
                  <a:pt x="4942" y="4533"/>
                  <a:pt x="4959" y="4523"/>
                </a:cubicBezTo>
                <a:cubicBezTo>
                  <a:pt x="5029" y="4484"/>
                  <a:pt x="5185" y="4443"/>
                  <a:pt x="5306" y="4431"/>
                </a:cubicBezTo>
                <a:cubicBezTo>
                  <a:pt x="5427" y="4418"/>
                  <a:pt x="5543" y="4380"/>
                  <a:pt x="5562" y="4345"/>
                </a:cubicBezTo>
                <a:cubicBezTo>
                  <a:pt x="5582" y="4311"/>
                  <a:pt x="5632" y="4330"/>
                  <a:pt x="5672" y="4388"/>
                </a:cubicBezTo>
                <a:cubicBezTo>
                  <a:pt x="5723" y="4462"/>
                  <a:pt x="5756" y="4461"/>
                  <a:pt x="5783" y="4383"/>
                </a:cubicBezTo>
                <a:cubicBezTo>
                  <a:pt x="5812" y="4303"/>
                  <a:pt x="5845" y="4302"/>
                  <a:pt x="5899" y="4381"/>
                </a:cubicBezTo>
                <a:cubicBezTo>
                  <a:pt x="5980" y="4499"/>
                  <a:pt x="6030" y="4503"/>
                  <a:pt x="6840" y="4461"/>
                </a:cubicBezTo>
                <a:cubicBezTo>
                  <a:pt x="7133" y="4445"/>
                  <a:pt x="7392" y="4400"/>
                  <a:pt x="7416" y="4358"/>
                </a:cubicBezTo>
                <a:cubicBezTo>
                  <a:pt x="7439" y="4316"/>
                  <a:pt x="7412" y="4192"/>
                  <a:pt x="7356" y="4083"/>
                </a:cubicBezTo>
                <a:cubicBezTo>
                  <a:pt x="7261" y="3898"/>
                  <a:pt x="7175" y="3883"/>
                  <a:pt x="6180" y="3895"/>
                </a:cubicBezTo>
                <a:cubicBezTo>
                  <a:pt x="5330" y="3905"/>
                  <a:pt x="5095" y="3880"/>
                  <a:pt x="5056" y="3769"/>
                </a:cubicBezTo>
                <a:cubicBezTo>
                  <a:pt x="5036" y="3713"/>
                  <a:pt x="5021" y="3683"/>
                  <a:pt x="5001" y="3682"/>
                </a:cubicBezTo>
                <a:close/>
                <a:moveTo>
                  <a:pt x="121" y="5710"/>
                </a:moveTo>
                <a:cubicBezTo>
                  <a:pt x="85" y="5717"/>
                  <a:pt x="51" y="5750"/>
                  <a:pt x="29" y="5813"/>
                </a:cubicBezTo>
                <a:cubicBezTo>
                  <a:pt x="8" y="5872"/>
                  <a:pt x="21" y="5982"/>
                  <a:pt x="57" y="6058"/>
                </a:cubicBezTo>
                <a:cubicBezTo>
                  <a:pt x="103" y="6154"/>
                  <a:pt x="103" y="6218"/>
                  <a:pt x="62" y="6264"/>
                </a:cubicBezTo>
                <a:cubicBezTo>
                  <a:pt x="28" y="6300"/>
                  <a:pt x="0" y="6374"/>
                  <a:pt x="0" y="6427"/>
                </a:cubicBezTo>
                <a:cubicBezTo>
                  <a:pt x="0" y="6552"/>
                  <a:pt x="217" y="6550"/>
                  <a:pt x="261" y="6424"/>
                </a:cubicBezTo>
                <a:cubicBezTo>
                  <a:pt x="280" y="6371"/>
                  <a:pt x="340" y="6356"/>
                  <a:pt x="395" y="6392"/>
                </a:cubicBezTo>
                <a:cubicBezTo>
                  <a:pt x="487" y="6450"/>
                  <a:pt x="488" y="6439"/>
                  <a:pt x="402" y="6259"/>
                </a:cubicBezTo>
                <a:cubicBezTo>
                  <a:pt x="351" y="6151"/>
                  <a:pt x="292" y="5984"/>
                  <a:pt x="273" y="5886"/>
                </a:cubicBezTo>
                <a:cubicBezTo>
                  <a:pt x="248" y="5763"/>
                  <a:pt x="182" y="5699"/>
                  <a:pt x="121" y="5710"/>
                </a:cubicBezTo>
                <a:close/>
                <a:moveTo>
                  <a:pt x="1047" y="5735"/>
                </a:moveTo>
                <a:cubicBezTo>
                  <a:pt x="885" y="5754"/>
                  <a:pt x="886" y="5967"/>
                  <a:pt x="1064" y="6256"/>
                </a:cubicBezTo>
                <a:cubicBezTo>
                  <a:pt x="1088" y="6296"/>
                  <a:pt x="1113" y="6331"/>
                  <a:pt x="1141" y="6359"/>
                </a:cubicBezTo>
                <a:cubicBezTo>
                  <a:pt x="1168" y="6387"/>
                  <a:pt x="1199" y="6407"/>
                  <a:pt x="1232" y="6424"/>
                </a:cubicBezTo>
                <a:cubicBezTo>
                  <a:pt x="1298" y="6458"/>
                  <a:pt x="1379" y="6472"/>
                  <a:pt x="1486" y="6472"/>
                </a:cubicBezTo>
                <a:cubicBezTo>
                  <a:pt x="1644" y="6471"/>
                  <a:pt x="1808" y="6433"/>
                  <a:pt x="1849" y="6387"/>
                </a:cubicBezTo>
                <a:cubicBezTo>
                  <a:pt x="1893" y="6337"/>
                  <a:pt x="1959" y="6352"/>
                  <a:pt x="2009" y="6424"/>
                </a:cubicBezTo>
                <a:cubicBezTo>
                  <a:pt x="2077" y="6523"/>
                  <a:pt x="2093" y="6517"/>
                  <a:pt x="2093" y="6389"/>
                </a:cubicBezTo>
                <a:cubicBezTo>
                  <a:pt x="2093" y="6105"/>
                  <a:pt x="2208" y="6095"/>
                  <a:pt x="2268" y="6374"/>
                </a:cubicBezTo>
                <a:cubicBezTo>
                  <a:pt x="2313" y="6580"/>
                  <a:pt x="2351" y="6626"/>
                  <a:pt x="2428" y="6567"/>
                </a:cubicBezTo>
                <a:cubicBezTo>
                  <a:pt x="2483" y="6524"/>
                  <a:pt x="2588" y="6494"/>
                  <a:pt x="2660" y="6502"/>
                </a:cubicBezTo>
                <a:cubicBezTo>
                  <a:pt x="3242" y="6562"/>
                  <a:pt x="3515" y="6533"/>
                  <a:pt x="3644" y="6392"/>
                </a:cubicBezTo>
                <a:cubicBezTo>
                  <a:pt x="3682" y="6350"/>
                  <a:pt x="3728" y="6355"/>
                  <a:pt x="3745" y="6404"/>
                </a:cubicBezTo>
                <a:cubicBezTo>
                  <a:pt x="3770" y="6474"/>
                  <a:pt x="6036" y="6505"/>
                  <a:pt x="6161" y="6437"/>
                </a:cubicBezTo>
                <a:cubicBezTo>
                  <a:pt x="6177" y="6428"/>
                  <a:pt x="6194" y="6307"/>
                  <a:pt x="6198" y="6169"/>
                </a:cubicBezTo>
                <a:lnTo>
                  <a:pt x="6207" y="5918"/>
                </a:lnTo>
                <a:lnTo>
                  <a:pt x="5225" y="5926"/>
                </a:lnTo>
                <a:cubicBezTo>
                  <a:pt x="4819" y="5929"/>
                  <a:pt x="4461" y="5956"/>
                  <a:pt x="4299" y="5991"/>
                </a:cubicBezTo>
                <a:cubicBezTo>
                  <a:pt x="4246" y="6003"/>
                  <a:pt x="4213" y="6018"/>
                  <a:pt x="4208" y="6031"/>
                </a:cubicBezTo>
                <a:cubicBezTo>
                  <a:pt x="4188" y="6089"/>
                  <a:pt x="4150" y="6089"/>
                  <a:pt x="4108" y="6031"/>
                </a:cubicBezTo>
                <a:cubicBezTo>
                  <a:pt x="4104" y="6024"/>
                  <a:pt x="4089" y="6017"/>
                  <a:pt x="4067" y="6011"/>
                </a:cubicBezTo>
                <a:cubicBezTo>
                  <a:pt x="3915" y="5967"/>
                  <a:pt x="3370" y="5933"/>
                  <a:pt x="2749" y="5931"/>
                </a:cubicBezTo>
                <a:cubicBezTo>
                  <a:pt x="2038" y="5928"/>
                  <a:pt x="1426" y="5894"/>
                  <a:pt x="1389" y="5853"/>
                </a:cubicBezTo>
                <a:cubicBezTo>
                  <a:pt x="1351" y="5812"/>
                  <a:pt x="1232" y="5761"/>
                  <a:pt x="1125" y="5740"/>
                </a:cubicBezTo>
                <a:cubicBezTo>
                  <a:pt x="1095" y="5735"/>
                  <a:pt x="1070" y="5733"/>
                  <a:pt x="1047" y="5735"/>
                </a:cubicBezTo>
                <a:close/>
                <a:moveTo>
                  <a:pt x="17884" y="7499"/>
                </a:moveTo>
                <a:lnTo>
                  <a:pt x="17837" y="7716"/>
                </a:lnTo>
                <a:cubicBezTo>
                  <a:pt x="17797" y="7906"/>
                  <a:pt x="17738" y="7937"/>
                  <a:pt x="17365" y="7967"/>
                </a:cubicBezTo>
                <a:cubicBezTo>
                  <a:pt x="16970" y="7998"/>
                  <a:pt x="16702" y="7967"/>
                  <a:pt x="16588" y="7879"/>
                </a:cubicBezTo>
                <a:cubicBezTo>
                  <a:pt x="16569" y="7864"/>
                  <a:pt x="16556" y="7847"/>
                  <a:pt x="16546" y="7829"/>
                </a:cubicBezTo>
                <a:cubicBezTo>
                  <a:pt x="16535" y="7811"/>
                  <a:pt x="16530" y="7792"/>
                  <a:pt x="16528" y="7771"/>
                </a:cubicBezTo>
                <a:cubicBezTo>
                  <a:pt x="16513" y="7506"/>
                  <a:pt x="16500" y="7496"/>
                  <a:pt x="16417" y="7689"/>
                </a:cubicBezTo>
                <a:cubicBezTo>
                  <a:pt x="16329" y="7893"/>
                  <a:pt x="16306" y="8321"/>
                  <a:pt x="16367" y="8603"/>
                </a:cubicBezTo>
                <a:cubicBezTo>
                  <a:pt x="16407" y="8784"/>
                  <a:pt x="16539" y="8819"/>
                  <a:pt x="16594" y="8663"/>
                </a:cubicBezTo>
                <a:cubicBezTo>
                  <a:pt x="16647" y="8514"/>
                  <a:pt x="17646" y="8535"/>
                  <a:pt x="17787" y="8688"/>
                </a:cubicBezTo>
                <a:cubicBezTo>
                  <a:pt x="17884" y="8793"/>
                  <a:pt x="17914" y="8789"/>
                  <a:pt x="17960" y="8663"/>
                </a:cubicBezTo>
                <a:cubicBezTo>
                  <a:pt x="18036" y="8454"/>
                  <a:pt x="18030" y="7981"/>
                  <a:pt x="17950" y="7716"/>
                </a:cubicBezTo>
                <a:lnTo>
                  <a:pt x="17884" y="7499"/>
                </a:lnTo>
                <a:close/>
                <a:moveTo>
                  <a:pt x="20450" y="7669"/>
                </a:moveTo>
                <a:cubicBezTo>
                  <a:pt x="20410" y="7705"/>
                  <a:pt x="20358" y="7815"/>
                  <a:pt x="20329" y="7967"/>
                </a:cubicBezTo>
                <a:cubicBezTo>
                  <a:pt x="20300" y="8119"/>
                  <a:pt x="20304" y="8336"/>
                  <a:pt x="20339" y="8495"/>
                </a:cubicBezTo>
                <a:cubicBezTo>
                  <a:pt x="20403" y="8790"/>
                  <a:pt x="20457" y="8827"/>
                  <a:pt x="20560" y="8648"/>
                </a:cubicBezTo>
                <a:cubicBezTo>
                  <a:pt x="20631" y="8523"/>
                  <a:pt x="21262" y="8531"/>
                  <a:pt x="21576" y="8625"/>
                </a:cubicBezTo>
                <a:lnTo>
                  <a:pt x="21576" y="7932"/>
                </a:lnTo>
                <a:cubicBezTo>
                  <a:pt x="21535" y="7919"/>
                  <a:pt x="21493" y="7891"/>
                  <a:pt x="21458" y="7829"/>
                </a:cubicBezTo>
                <a:cubicBezTo>
                  <a:pt x="21352" y="7644"/>
                  <a:pt x="21200" y="7638"/>
                  <a:pt x="21126" y="7817"/>
                </a:cubicBezTo>
                <a:cubicBezTo>
                  <a:pt x="21082" y="7922"/>
                  <a:pt x="20962" y="7979"/>
                  <a:pt x="20773" y="7984"/>
                </a:cubicBezTo>
                <a:cubicBezTo>
                  <a:pt x="20528" y="7991"/>
                  <a:pt x="20490" y="7966"/>
                  <a:pt x="20505" y="7807"/>
                </a:cubicBezTo>
                <a:cubicBezTo>
                  <a:pt x="20519" y="7668"/>
                  <a:pt x="20490" y="7633"/>
                  <a:pt x="20450" y="7669"/>
                </a:cubicBezTo>
                <a:close/>
                <a:moveTo>
                  <a:pt x="10523" y="7749"/>
                </a:moveTo>
                <a:cubicBezTo>
                  <a:pt x="10487" y="7747"/>
                  <a:pt x="10451" y="7773"/>
                  <a:pt x="10405" y="7824"/>
                </a:cubicBezTo>
                <a:cubicBezTo>
                  <a:pt x="10328" y="7908"/>
                  <a:pt x="10019" y="7952"/>
                  <a:pt x="9492" y="7957"/>
                </a:cubicBezTo>
                <a:cubicBezTo>
                  <a:pt x="9054" y="7961"/>
                  <a:pt x="8678" y="7981"/>
                  <a:pt x="8657" y="8004"/>
                </a:cubicBezTo>
                <a:cubicBezTo>
                  <a:pt x="8636" y="8027"/>
                  <a:pt x="8630" y="8156"/>
                  <a:pt x="8644" y="8290"/>
                </a:cubicBezTo>
                <a:cubicBezTo>
                  <a:pt x="8670" y="8530"/>
                  <a:pt x="8682" y="8535"/>
                  <a:pt x="9320" y="8535"/>
                </a:cubicBezTo>
                <a:cubicBezTo>
                  <a:pt x="9587" y="8535"/>
                  <a:pt x="9837" y="8509"/>
                  <a:pt x="9961" y="8473"/>
                </a:cubicBezTo>
                <a:cubicBezTo>
                  <a:pt x="10003" y="8461"/>
                  <a:pt x="10031" y="8447"/>
                  <a:pt x="10041" y="8433"/>
                </a:cubicBezTo>
                <a:cubicBezTo>
                  <a:pt x="10089" y="8366"/>
                  <a:pt x="10139" y="8367"/>
                  <a:pt x="10187" y="8435"/>
                </a:cubicBezTo>
                <a:cubicBezTo>
                  <a:pt x="10300" y="8595"/>
                  <a:pt x="11878" y="8536"/>
                  <a:pt x="11994" y="8368"/>
                </a:cubicBezTo>
                <a:cubicBezTo>
                  <a:pt x="12073" y="8253"/>
                  <a:pt x="12093" y="8257"/>
                  <a:pt x="12120" y="8380"/>
                </a:cubicBezTo>
                <a:cubicBezTo>
                  <a:pt x="12146" y="8500"/>
                  <a:pt x="12321" y="8524"/>
                  <a:pt x="13065" y="8518"/>
                </a:cubicBezTo>
                <a:lnTo>
                  <a:pt x="13978" y="8510"/>
                </a:lnTo>
                <a:lnTo>
                  <a:pt x="13995" y="8245"/>
                </a:lnTo>
                <a:lnTo>
                  <a:pt x="14013" y="7979"/>
                </a:lnTo>
                <a:lnTo>
                  <a:pt x="13344" y="7969"/>
                </a:lnTo>
                <a:cubicBezTo>
                  <a:pt x="12976" y="7964"/>
                  <a:pt x="12658" y="8003"/>
                  <a:pt x="12640" y="8054"/>
                </a:cubicBezTo>
                <a:cubicBezTo>
                  <a:pt x="12620" y="8110"/>
                  <a:pt x="12562" y="8099"/>
                  <a:pt x="12499" y="8029"/>
                </a:cubicBezTo>
                <a:cubicBezTo>
                  <a:pt x="12415" y="7938"/>
                  <a:pt x="12369" y="7940"/>
                  <a:pt x="12302" y="8037"/>
                </a:cubicBezTo>
                <a:cubicBezTo>
                  <a:pt x="12243" y="8123"/>
                  <a:pt x="12204" y="8128"/>
                  <a:pt x="12178" y="8054"/>
                </a:cubicBezTo>
                <a:cubicBezTo>
                  <a:pt x="12154" y="7987"/>
                  <a:pt x="11884" y="7953"/>
                  <a:pt x="11458" y="7962"/>
                </a:cubicBezTo>
                <a:cubicBezTo>
                  <a:pt x="10968" y="7972"/>
                  <a:pt x="10741" y="7938"/>
                  <a:pt x="10648" y="7837"/>
                </a:cubicBezTo>
                <a:cubicBezTo>
                  <a:pt x="10597" y="7780"/>
                  <a:pt x="10559" y="7751"/>
                  <a:pt x="10523" y="7749"/>
                </a:cubicBezTo>
                <a:close/>
                <a:moveTo>
                  <a:pt x="3135" y="7754"/>
                </a:moveTo>
                <a:cubicBezTo>
                  <a:pt x="3094" y="7759"/>
                  <a:pt x="3049" y="7794"/>
                  <a:pt x="2981" y="7864"/>
                </a:cubicBezTo>
                <a:cubicBezTo>
                  <a:pt x="2806" y="8044"/>
                  <a:pt x="2479" y="8028"/>
                  <a:pt x="2344" y="7832"/>
                </a:cubicBezTo>
                <a:cubicBezTo>
                  <a:pt x="2283" y="7743"/>
                  <a:pt x="2246" y="7743"/>
                  <a:pt x="2197" y="7829"/>
                </a:cubicBezTo>
                <a:cubicBezTo>
                  <a:pt x="2149" y="7913"/>
                  <a:pt x="2110" y="7916"/>
                  <a:pt x="2054" y="7834"/>
                </a:cubicBezTo>
                <a:cubicBezTo>
                  <a:pt x="2008" y="7767"/>
                  <a:pt x="1987" y="7784"/>
                  <a:pt x="1980" y="7944"/>
                </a:cubicBezTo>
                <a:cubicBezTo>
                  <a:pt x="1978" y="7998"/>
                  <a:pt x="1977" y="8068"/>
                  <a:pt x="1977" y="8155"/>
                </a:cubicBezTo>
                <a:cubicBezTo>
                  <a:pt x="1977" y="8516"/>
                  <a:pt x="1990" y="8565"/>
                  <a:pt x="2059" y="8465"/>
                </a:cubicBezTo>
                <a:cubicBezTo>
                  <a:pt x="2105" y="8398"/>
                  <a:pt x="2156" y="8388"/>
                  <a:pt x="2174" y="8440"/>
                </a:cubicBezTo>
                <a:cubicBezTo>
                  <a:pt x="2192" y="8491"/>
                  <a:pt x="2638" y="8532"/>
                  <a:pt x="3166" y="8530"/>
                </a:cubicBezTo>
                <a:cubicBezTo>
                  <a:pt x="3694" y="8529"/>
                  <a:pt x="4146" y="8559"/>
                  <a:pt x="4168" y="8598"/>
                </a:cubicBezTo>
                <a:cubicBezTo>
                  <a:pt x="4191" y="8637"/>
                  <a:pt x="4248" y="8641"/>
                  <a:pt x="4298" y="8605"/>
                </a:cubicBezTo>
                <a:cubicBezTo>
                  <a:pt x="4316" y="8593"/>
                  <a:pt x="4353" y="8580"/>
                  <a:pt x="4405" y="8570"/>
                </a:cubicBezTo>
                <a:cubicBezTo>
                  <a:pt x="4457" y="8561"/>
                  <a:pt x="4523" y="8552"/>
                  <a:pt x="4599" y="8545"/>
                </a:cubicBezTo>
                <a:cubicBezTo>
                  <a:pt x="5054" y="8504"/>
                  <a:pt x="5859" y="8516"/>
                  <a:pt x="5947" y="8590"/>
                </a:cubicBezTo>
                <a:cubicBezTo>
                  <a:pt x="6007" y="8640"/>
                  <a:pt x="6082" y="8637"/>
                  <a:pt x="6121" y="8585"/>
                </a:cubicBezTo>
                <a:cubicBezTo>
                  <a:pt x="6159" y="8535"/>
                  <a:pt x="6269" y="8507"/>
                  <a:pt x="6364" y="8523"/>
                </a:cubicBezTo>
                <a:cubicBezTo>
                  <a:pt x="6461" y="8539"/>
                  <a:pt x="6580" y="8481"/>
                  <a:pt x="6637" y="8390"/>
                </a:cubicBezTo>
                <a:cubicBezTo>
                  <a:pt x="6730" y="8243"/>
                  <a:pt x="6744" y="8242"/>
                  <a:pt x="6775" y="8388"/>
                </a:cubicBezTo>
                <a:cubicBezTo>
                  <a:pt x="6809" y="8540"/>
                  <a:pt x="7022" y="8595"/>
                  <a:pt x="7440" y="8555"/>
                </a:cubicBezTo>
                <a:cubicBezTo>
                  <a:pt x="7769" y="8524"/>
                  <a:pt x="8174" y="8551"/>
                  <a:pt x="8289" y="8613"/>
                </a:cubicBezTo>
                <a:cubicBezTo>
                  <a:pt x="8312" y="8625"/>
                  <a:pt x="8331" y="8631"/>
                  <a:pt x="8348" y="8633"/>
                </a:cubicBezTo>
                <a:cubicBezTo>
                  <a:pt x="8398" y="8638"/>
                  <a:pt x="8425" y="8595"/>
                  <a:pt x="8442" y="8493"/>
                </a:cubicBezTo>
                <a:cubicBezTo>
                  <a:pt x="8459" y="8390"/>
                  <a:pt x="8491" y="8234"/>
                  <a:pt x="8512" y="8145"/>
                </a:cubicBezTo>
                <a:cubicBezTo>
                  <a:pt x="8546" y="8001"/>
                  <a:pt x="8452" y="7983"/>
                  <a:pt x="7689" y="7979"/>
                </a:cubicBezTo>
                <a:cubicBezTo>
                  <a:pt x="7216" y="7977"/>
                  <a:pt x="6800" y="8018"/>
                  <a:pt x="6763" y="8070"/>
                </a:cubicBezTo>
                <a:cubicBezTo>
                  <a:pt x="6753" y="8084"/>
                  <a:pt x="6742" y="8095"/>
                  <a:pt x="6733" y="8102"/>
                </a:cubicBezTo>
                <a:cubicBezTo>
                  <a:pt x="6703" y="8123"/>
                  <a:pt x="6678" y="8111"/>
                  <a:pt x="6663" y="8070"/>
                </a:cubicBezTo>
                <a:cubicBezTo>
                  <a:pt x="6644" y="8017"/>
                  <a:pt x="5919" y="7975"/>
                  <a:pt x="5008" y="7972"/>
                </a:cubicBezTo>
                <a:cubicBezTo>
                  <a:pt x="3776" y="7968"/>
                  <a:pt x="3356" y="7935"/>
                  <a:pt x="3263" y="7834"/>
                </a:cubicBezTo>
                <a:cubicBezTo>
                  <a:pt x="3212" y="7778"/>
                  <a:pt x="3176" y="7749"/>
                  <a:pt x="3135" y="7754"/>
                </a:cubicBezTo>
                <a:close/>
                <a:moveTo>
                  <a:pt x="18439" y="7809"/>
                </a:moveTo>
                <a:cubicBezTo>
                  <a:pt x="18413" y="7806"/>
                  <a:pt x="18388" y="7852"/>
                  <a:pt x="18340" y="7944"/>
                </a:cubicBezTo>
                <a:cubicBezTo>
                  <a:pt x="18257" y="8106"/>
                  <a:pt x="18253" y="8166"/>
                  <a:pt x="18317" y="8348"/>
                </a:cubicBezTo>
                <a:cubicBezTo>
                  <a:pt x="18409" y="8606"/>
                  <a:pt x="18400" y="8603"/>
                  <a:pt x="18531" y="8373"/>
                </a:cubicBezTo>
                <a:cubicBezTo>
                  <a:pt x="18633" y="8195"/>
                  <a:pt x="18633" y="8174"/>
                  <a:pt x="18538" y="7969"/>
                </a:cubicBezTo>
                <a:cubicBezTo>
                  <a:pt x="18490" y="7864"/>
                  <a:pt x="18464" y="7812"/>
                  <a:pt x="18439" y="7809"/>
                </a:cubicBezTo>
                <a:close/>
                <a:moveTo>
                  <a:pt x="16035" y="7867"/>
                </a:moveTo>
                <a:cubicBezTo>
                  <a:pt x="16016" y="7873"/>
                  <a:pt x="15992" y="7894"/>
                  <a:pt x="15965" y="7932"/>
                </a:cubicBezTo>
                <a:cubicBezTo>
                  <a:pt x="15909" y="8013"/>
                  <a:pt x="15869" y="8015"/>
                  <a:pt x="15824" y="7937"/>
                </a:cubicBezTo>
                <a:cubicBezTo>
                  <a:pt x="15780" y="7858"/>
                  <a:pt x="15763" y="7936"/>
                  <a:pt x="15763" y="8205"/>
                </a:cubicBezTo>
                <a:cubicBezTo>
                  <a:pt x="15763" y="8469"/>
                  <a:pt x="15781" y="8550"/>
                  <a:pt x="15824" y="8475"/>
                </a:cubicBezTo>
                <a:cubicBezTo>
                  <a:pt x="15865" y="8403"/>
                  <a:pt x="15920" y="8400"/>
                  <a:pt x="15992" y="8468"/>
                </a:cubicBezTo>
                <a:cubicBezTo>
                  <a:pt x="16107" y="8576"/>
                  <a:pt x="16149" y="8423"/>
                  <a:pt x="16038" y="8302"/>
                </a:cubicBezTo>
                <a:cubicBezTo>
                  <a:pt x="15997" y="8257"/>
                  <a:pt x="15999" y="8189"/>
                  <a:pt x="16047" y="8090"/>
                </a:cubicBezTo>
                <a:cubicBezTo>
                  <a:pt x="16112" y="7951"/>
                  <a:pt x="16093" y="7846"/>
                  <a:pt x="16035" y="7867"/>
                </a:cubicBezTo>
                <a:close/>
                <a:moveTo>
                  <a:pt x="19743" y="7869"/>
                </a:moveTo>
                <a:cubicBezTo>
                  <a:pt x="19705" y="7882"/>
                  <a:pt x="19699" y="7971"/>
                  <a:pt x="19756" y="8090"/>
                </a:cubicBezTo>
                <a:cubicBezTo>
                  <a:pt x="19803" y="8189"/>
                  <a:pt x="19804" y="8257"/>
                  <a:pt x="19763" y="8302"/>
                </a:cubicBezTo>
                <a:cubicBezTo>
                  <a:pt x="19729" y="8339"/>
                  <a:pt x="19703" y="8412"/>
                  <a:pt x="19703" y="8465"/>
                </a:cubicBezTo>
                <a:cubicBezTo>
                  <a:pt x="19703" y="8595"/>
                  <a:pt x="19803" y="8586"/>
                  <a:pt x="19850" y="8453"/>
                </a:cubicBezTo>
                <a:cubicBezTo>
                  <a:pt x="19876" y="8379"/>
                  <a:pt x="19911" y="8383"/>
                  <a:pt x="19964" y="8460"/>
                </a:cubicBezTo>
                <a:cubicBezTo>
                  <a:pt x="20013" y="8531"/>
                  <a:pt x="20054" y="8534"/>
                  <a:pt x="20076" y="8470"/>
                </a:cubicBezTo>
                <a:cubicBezTo>
                  <a:pt x="20096" y="8415"/>
                  <a:pt x="20083" y="8342"/>
                  <a:pt x="20049" y="8305"/>
                </a:cubicBezTo>
                <a:cubicBezTo>
                  <a:pt x="20006" y="8258"/>
                  <a:pt x="20006" y="8197"/>
                  <a:pt x="20051" y="8102"/>
                </a:cubicBezTo>
                <a:cubicBezTo>
                  <a:pt x="20091" y="8016"/>
                  <a:pt x="20094" y="7946"/>
                  <a:pt x="20058" y="7907"/>
                </a:cubicBezTo>
                <a:cubicBezTo>
                  <a:pt x="20027" y="7873"/>
                  <a:pt x="19985" y="7892"/>
                  <a:pt x="19964" y="7952"/>
                </a:cubicBezTo>
                <a:cubicBezTo>
                  <a:pt x="19937" y="8027"/>
                  <a:pt x="19899" y="8023"/>
                  <a:pt x="19841" y="7939"/>
                </a:cubicBezTo>
                <a:cubicBezTo>
                  <a:pt x="19801" y="7880"/>
                  <a:pt x="19766" y="7861"/>
                  <a:pt x="19743" y="7869"/>
                </a:cubicBezTo>
                <a:close/>
                <a:moveTo>
                  <a:pt x="15029" y="7954"/>
                </a:moveTo>
                <a:cubicBezTo>
                  <a:pt x="14940" y="7962"/>
                  <a:pt x="14870" y="7994"/>
                  <a:pt x="14851" y="8049"/>
                </a:cubicBezTo>
                <a:cubicBezTo>
                  <a:pt x="14782" y="8245"/>
                  <a:pt x="14937" y="8549"/>
                  <a:pt x="15126" y="8590"/>
                </a:cubicBezTo>
                <a:cubicBezTo>
                  <a:pt x="15513" y="8675"/>
                  <a:pt x="15500" y="8683"/>
                  <a:pt x="15474" y="8368"/>
                </a:cubicBezTo>
                <a:cubicBezTo>
                  <a:pt x="15457" y="8172"/>
                  <a:pt x="15406" y="8051"/>
                  <a:pt x="15324" y="8012"/>
                </a:cubicBezTo>
                <a:cubicBezTo>
                  <a:pt x="15227" y="7966"/>
                  <a:pt x="15118" y="7947"/>
                  <a:pt x="15029" y="7954"/>
                </a:cubicBezTo>
                <a:close/>
                <a:moveTo>
                  <a:pt x="14335" y="7962"/>
                </a:moveTo>
                <a:cubicBezTo>
                  <a:pt x="14263" y="7967"/>
                  <a:pt x="14249" y="8015"/>
                  <a:pt x="14255" y="8147"/>
                </a:cubicBezTo>
                <a:cubicBezTo>
                  <a:pt x="14262" y="8312"/>
                  <a:pt x="14304" y="8358"/>
                  <a:pt x="14450" y="8358"/>
                </a:cubicBezTo>
                <a:cubicBezTo>
                  <a:pt x="14708" y="8358"/>
                  <a:pt x="14688" y="8015"/>
                  <a:pt x="14427" y="7969"/>
                </a:cubicBezTo>
                <a:cubicBezTo>
                  <a:pt x="14389" y="7963"/>
                  <a:pt x="14358" y="7960"/>
                  <a:pt x="14335" y="7962"/>
                </a:cubicBezTo>
                <a:close/>
                <a:moveTo>
                  <a:pt x="1278" y="7967"/>
                </a:moveTo>
                <a:cubicBezTo>
                  <a:pt x="1239" y="7979"/>
                  <a:pt x="1222" y="8040"/>
                  <a:pt x="1222" y="8155"/>
                </a:cubicBezTo>
                <a:cubicBezTo>
                  <a:pt x="1222" y="8308"/>
                  <a:pt x="1252" y="8362"/>
                  <a:pt x="1323" y="8337"/>
                </a:cubicBezTo>
                <a:cubicBezTo>
                  <a:pt x="1379" y="8319"/>
                  <a:pt x="1424" y="8237"/>
                  <a:pt x="1424" y="8155"/>
                </a:cubicBezTo>
                <a:cubicBezTo>
                  <a:pt x="1424" y="8072"/>
                  <a:pt x="1379" y="7988"/>
                  <a:pt x="1323" y="7969"/>
                </a:cubicBezTo>
                <a:cubicBezTo>
                  <a:pt x="1305" y="7963"/>
                  <a:pt x="1290" y="7963"/>
                  <a:pt x="1278" y="7967"/>
                </a:cubicBezTo>
                <a:close/>
                <a:moveTo>
                  <a:pt x="19046" y="7969"/>
                </a:moveTo>
                <a:cubicBezTo>
                  <a:pt x="18798" y="7969"/>
                  <a:pt x="18742" y="8068"/>
                  <a:pt x="18828" y="8350"/>
                </a:cubicBezTo>
                <a:cubicBezTo>
                  <a:pt x="18867" y="8479"/>
                  <a:pt x="18967" y="8564"/>
                  <a:pt x="19107" y="8590"/>
                </a:cubicBezTo>
                <a:cubicBezTo>
                  <a:pt x="19442" y="8653"/>
                  <a:pt x="19486" y="8630"/>
                  <a:pt x="19508" y="8380"/>
                </a:cubicBezTo>
                <a:cubicBezTo>
                  <a:pt x="19531" y="8107"/>
                  <a:pt x="19377" y="7969"/>
                  <a:pt x="19046" y="7969"/>
                </a:cubicBezTo>
                <a:close/>
                <a:moveTo>
                  <a:pt x="12852" y="9174"/>
                </a:moveTo>
                <a:cubicBezTo>
                  <a:pt x="12831" y="9174"/>
                  <a:pt x="12810" y="9223"/>
                  <a:pt x="12770" y="9319"/>
                </a:cubicBezTo>
                <a:cubicBezTo>
                  <a:pt x="12692" y="9503"/>
                  <a:pt x="12603" y="9513"/>
                  <a:pt x="11327" y="9507"/>
                </a:cubicBezTo>
                <a:cubicBezTo>
                  <a:pt x="10558" y="9503"/>
                  <a:pt x="9938" y="9540"/>
                  <a:pt x="9900" y="9595"/>
                </a:cubicBezTo>
                <a:cubicBezTo>
                  <a:pt x="9890" y="9609"/>
                  <a:pt x="9880" y="9622"/>
                  <a:pt x="9870" y="9630"/>
                </a:cubicBezTo>
                <a:cubicBezTo>
                  <a:pt x="9841" y="9652"/>
                  <a:pt x="9816" y="9641"/>
                  <a:pt x="9800" y="9597"/>
                </a:cubicBezTo>
                <a:cubicBezTo>
                  <a:pt x="9782" y="9545"/>
                  <a:pt x="9462" y="9510"/>
                  <a:pt x="9089" y="9520"/>
                </a:cubicBezTo>
                <a:cubicBezTo>
                  <a:pt x="8688" y="9530"/>
                  <a:pt x="8361" y="9489"/>
                  <a:pt x="8288" y="9422"/>
                </a:cubicBezTo>
                <a:cubicBezTo>
                  <a:pt x="8220" y="9360"/>
                  <a:pt x="8132" y="9329"/>
                  <a:pt x="8093" y="9352"/>
                </a:cubicBezTo>
                <a:cubicBezTo>
                  <a:pt x="8018" y="9395"/>
                  <a:pt x="7995" y="9955"/>
                  <a:pt x="8057" y="10238"/>
                </a:cubicBezTo>
                <a:cubicBezTo>
                  <a:pt x="8090" y="10388"/>
                  <a:pt x="8103" y="10390"/>
                  <a:pt x="8192" y="10248"/>
                </a:cubicBezTo>
                <a:cubicBezTo>
                  <a:pt x="8322" y="10043"/>
                  <a:pt x="8409" y="10049"/>
                  <a:pt x="8479" y="10268"/>
                </a:cubicBezTo>
                <a:cubicBezTo>
                  <a:pt x="8532" y="10434"/>
                  <a:pt x="8545" y="10429"/>
                  <a:pt x="8671" y="10221"/>
                </a:cubicBezTo>
                <a:cubicBezTo>
                  <a:pt x="8765" y="10067"/>
                  <a:pt x="8834" y="10026"/>
                  <a:pt x="8891" y="10088"/>
                </a:cubicBezTo>
                <a:cubicBezTo>
                  <a:pt x="8925" y="10125"/>
                  <a:pt x="8969" y="10141"/>
                  <a:pt x="9002" y="10133"/>
                </a:cubicBezTo>
                <a:cubicBezTo>
                  <a:pt x="9013" y="10130"/>
                  <a:pt x="9023" y="10126"/>
                  <a:pt x="9031" y="10118"/>
                </a:cubicBezTo>
                <a:cubicBezTo>
                  <a:pt x="9061" y="10085"/>
                  <a:pt x="9334" y="10057"/>
                  <a:pt x="9636" y="10056"/>
                </a:cubicBezTo>
                <a:cubicBezTo>
                  <a:pt x="10086" y="10054"/>
                  <a:pt x="10199" y="10083"/>
                  <a:pt x="10258" y="10223"/>
                </a:cubicBezTo>
                <a:cubicBezTo>
                  <a:pt x="10293" y="10308"/>
                  <a:pt x="10325" y="10361"/>
                  <a:pt x="10355" y="10379"/>
                </a:cubicBezTo>
                <a:cubicBezTo>
                  <a:pt x="10365" y="10385"/>
                  <a:pt x="10375" y="10388"/>
                  <a:pt x="10385" y="10386"/>
                </a:cubicBezTo>
                <a:cubicBezTo>
                  <a:pt x="10424" y="10380"/>
                  <a:pt x="10465" y="10314"/>
                  <a:pt x="10510" y="10186"/>
                </a:cubicBezTo>
                <a:cubicBezTo>
                  <a:pt x="10572" y="10013"/>
                  <a:pt x="10601" y="9995"/>
                  <a:pt x="10671" y="10098"/>
                </a:cubicBezTo>
                <a:cubicBezTo>
                  <a:pt x="10735" y="10190"/>
                  <a:pt x="10775" y="10194"/>
                  <a:pt x="10822" y="10111"/>
                </a:cubicBezTo>
                <a:cubicBezTo>
                  <a:pt x="10865" y="10035"/>
                  <a:pt x="10922" y="10031"/>
                  <a:pt x="10991" y="10096"/>
                </a:cubicBezTo>
                <a:cubicBezTo>
                  <a:pt x="11048" y="10149"/>
                  <a:pt x="11107" y="10156"/>
                  <a:pt x="11123" y="10111"/>
                </a:cubicBezTo>
                <a:cubicBezTo>
                  <a:pt x="11139" y="10065"/>
                  <a:pt x="11297" y="10056"/>
                  <a:pt x="11474" y="10091"/>
                </a:cubicBezTo>
                <a:cubicBezTo>
                  <a:pt x="11651" y="10125"/>
                  <a:pt x="11835" y="10112"/>
                  <a:pt x="11883" y="10066"/>
                </a:cubicBezTo>
                <a:cubicBezTo>
                  <a:pt x="11940" y="10009"/>
                  <a:pt x="12010" y="10050"/>
                  <a:pt x="12088" y="10188"/>
                </a:cubicBezTo>
                <a:cubicBezTo>
                  <a:pt x="12141" y="10280"/>
                  <a:pt x="12181" y="10341"/>
                  <a:pt x="12216" y="10369"/>
                </a:cubicBezTo>
                <a:cubicBezTo>
                  <a:pt x="12228" y="10378"/>
                  <a:pt x="12238" y="10384"/>
                  <a:pt x="12249" y="10386"/>
                </a:cubicBezTo>
                <a:cubicBezTo>
                  <a:pt x="12292" y="10395"/>
                  <a:pt x="12331" y="10349"/>
                  <a:pt x="12378" y="10251"/>
                </a:cubicBezTo>
                <a:cubicBezTo>
                  <a:pt x="12465" y="10067"/>
                  <a:pt x="12716" y="10092"/>
                  <a:pt x="12791" y="10293"/>
                </a:cubicBezTo>
                <a:cubicBezTo>
                  <a:pt x="12840" y="10424"/>
                  <a:pt x="12860" y="10419"/>
                  <a:pt x="12936" y="10243"/>
                </a:cubicBezTo>
                <a:cubicBezTo>
                  <a:pt x="12985" y="10131"/>
                  <a:pt x="13070" y="10056"/>
                  <a:pt x="13124" y="10076"/>
                </a:cubicBezTo>
                <a:cubicBezTo>
                  <a:pt x="13170" y="10092"/>
                  <a:pt x="13192" y="10097"/>
                  <a:pt x="13191" y="10076"/>
                </a:cubicBezTo>
                <a:cubicBezTo>
                  <a:pt x="13191" y="10065"/>
                  <a:pt x="13185" y="10047"/>
                  <a:pt x="13173" y="10020"/>
                </a:cubicBezTo>
                <a:cubicBezTo>
                  <a:pt x="13161" y="9994"/>
                  <a:pt x="13144" y="9958"/>
                  <a:pt x="13120" y="9913"/>
                </a:cubicBezTo>
                <a:cubicBezTo>
                  <a:pt x="13064" y="9805"/>
                  <a:pt x="13019" y="9672"/>
                  <a:pt x="13019" y="9617"/>
                </a:cubicBezTo>
                <a:cubicBezTo>
                  <a:pt x="13019" y="9562"/>
                  <a:pt x="12982" y="9428"/>
                  <a:pt x="12936" y="9319"/>
                </a:cubicBezTo>
                <a:cubicBezTo>
                  <a:pt x="12895" y="9222"/>
                  <a:pt x="12873" y="9174"/>
                  <a:pt x="12852" y="9174"/>
                </a:cubicBezTo>
                <a:close/>
                <a:moveTo>
                  <a:pt x="5560" y="9314"/>
                </a:moveTo>
                <a:cubicBezTo>
                  <a:pt x="5534" y="9317"/>
                  <a:pt x="5507" y="9342"/>
                  <a:pt x="5480" y="9389"/>
                </a:cubicBezTo>
                <a:cubicBezTo>
                  <a:pt x="5449" y="9443"/>
                  <a:pt x="5281" y="9501"/>
                  <a:pt x="5106" y="9517"/>
                </a:cubicBezTo>
                <a:cubicBezTo>
                  <a:pt x="4931" y="9533"/>
                  <a:pt x="4758" y="9576"/>
                  <a:pt x="4723" y="9615"/>
                </a:cubicBezTo>
                <a:cubicBezTo>
                  <a:pt x="4687" y="9653"/>
                  <a:pt x="4643" y="9643"/>
                  <a:pt x="4624" y="9590"/>
                </a:cubicBezTo>
                <a:cubicBezTo>
                  <a:pt x="4606" y="9537"/>
                  <a:pt x="4409" y="9498"/>
                  <a:pt x="4188" y="9505"/>
                </a:cubicBezTo>
                <a:cubicBezTo>
                  <a:pt x="3964" y="9511"/>
                  <a:pt x="3754" y="9466"/>
                  <a:pt x="3709" y="9402"/>
                </a:cubicBezTo>
                <a:cubicBezTo>
                  <a:pt x="3582" y="9217"/>
                  <a:pt x="3502" y="9396"/>
                  <a:pt x="3517" y="9835"/>
                </a:cubicBezTo>
                <a:cubicBezTo>
                  <a:pt x="3524" y="10059"/>
                  <a:pt x="3534" y="10276"/>
                  <a:pt x="3538" y="10318"/>
                </a:cubicBezTo>
                <a:cubicBezTo>
                  <a:pt x="3550" y="10432"/>
                  <a:pt x="3670" y="10417"/>
                  <a:pt x="3772" y="10318"/>
                </a:cubicBezTo>
                <a:cubicBezTo>
                  <a:pt x="3789" y="10302"/>
                  <a:pt x="3807" y="10284"/>
                  <a:pt x="3822" y="10263"/>
                </a:cubicBezTo>
                <a:cubicBezTo>
                  <a:pt x="3837" y="10243"/>
                  <a:pt x="3851" y="10220"/>
                  <a:pt x="3863" y="10196"/>
                </a:cubicBezTo>
                <a:cubicBezTo>
                  <a:pt x="3939" y="10048"/>
                  <a:pt x="3994" y="10021"/>
                  <a:pt x="4069" y="10091"/>
                </a:cubicBezTo>
                <a:cubicBezTo>
                  <a:pt x="4110" y="10130"/>
                  <a:pt x="4157" y="10147"/>
                  <a:pt x="4185" y="10138"/>
                </a:cubicBezTo>
                <a:cubicBezTo>
                  <a:pt x="4195" y="10135"/>
                  <a:pt x="4202" y="10130"/>
                  <a:pt x="4207" y="10121"/>
                </a:cubicBezTo>
                <a:cubicBezTo>
                  <a:pt x="4266" y="10017"/>
                  <a:pt x="4553" y="10012"/>
                  <a:pt x="4669" y="10113"/>
                </a:cubicBezTo>
                <a:cubicBezTo>
                  <a:pt x="4735" y="10172"/>
                  <a:pt x="4801" y="10167"/>
                  <a:pt x="4848" y="10098"/>
                </a:cubicBezTo>
                <a:cubicBezTo>
                  <a:pt x="4889" y="10039"/>
                  <a:pt x="4940" y="10022"/>
                  <a:pt x="4962" y="10061"/>
                </a:cubicBezTo>
                <a:cubicBezTo>
                  <a:pt x="4984" y="10099"/>
                  <a:pt x="5102" y="10118"/>
                  <a:pt x="5225" y="10106"/>
                </a:cubicBezTo>
                <a:cubicBezTo>
                  <a:pt x="5369" y="10091"/>
                  <a:pt x="5473" y="10139"/>
                  <a:pt x="5523" y="10243"/>
                </a:cubicBezTo>
                <a:cubicBezTo>
                  <a:pt x="5625" y="10459"/>
                  <a:pt x="5694" y="10270"/>
                  <a:pt x="5695" y="9770"/>
                </a:cubicBezTo>
                <a:cubicBezTo>
                  <a:pt x="5696" y="9487"/>
                  <a:pt x="5635" y="9306"/>
                  <a:pt x="5560" y="9314"/>
                </a:cubicBezTo>
                <a:close/>
                <a:moveTo>
                  <a:pt x="7430" y="9479"/>
                </a:moveTo>
                <a:cubicBezTo>
                  <a:pt x="7388" y="9479"/>
                  <a:pt x="7390" y="9523"/>
                  <a:pt x="7434" y="9617"/>
                </a:cubicBezTo>
                <a:cubicBezTo>
                  <a:pt x="7470" y="9694"/>
                  <a:pt x="7487" y="9821"/>
                  <a:pt x="7470" y="9898"/>
                </a:cubicBezTo>
                <a:cubicBezTo>
                  <a:pt x="7449" y="9994"/>
                  <a:pt x="7485" y="10040"/>
                  <a:pt x="7585" y="10040"/>
                </a:cubicBezTo>
                <a:cubicBezTo>
                  <a:pt x="7606" y="10040"/>
                  <a:pt x="7626" y="10036"/>
                  <a:pt x="7642" y="10030"/>
                </a:cubicBezTo>
                <a:cubicBezTo>
                  <a:pt x="7659" y="10025"/>
                  <a:pt x="7673" y="10016"/>
                  <a:pt x="7684" y="10005"/>
                </a:cubicBezTo>
                <a:cubicBezTo>
                  <a:pt x="7705" y="9985"/>
                  <a:pt x="7714" y="9956"/>
                  <a:pt x="7706" y="9923"/>
                </a:cubicBezTo>
                <a:cubicBezTo>
                  <a:pt x="7692" y="9860"/>
                  <a:pt x="7711" y="9759"/>
                  <a:pt x="7746" y="9697"/>
                </a:cubicBezTo>
                <a:cubicBezTo>
                  <a:pt x="7837" y="9538"/>
                  <a:pt x="7750" y="9425"/>
                  <a:pt x="7649" y="9572"/>
                </a:cubicBezTo>
                <a:cubicBezTo>
                  <a:pt x="7592" y="9655"/>
                  <a:pt x="7554" y="9658"/>
                  <a:pt x="7528" y="9585"/>
                </a:cubicBezTo>
                <a:cubicBezTo>
                  <a:pt x="7507" y="9526"/>
                  <a:pt x="7464" y="9479"/>
                  <a:pt x="7430" y="9479"/>
                </a:cubicBezTo>
                <a:close/>
                <a:moveTo>
                  <a:pt x="6821" y="9500"/>
                </a:moveTo>
                <a:cubicBezTo>
                  <a:pt x="6785" y="9495"/>
                  <a:pt x="6757" y="9514"/>
                  <a:pt x="6734" y="9555"/>
                </a:cubicBezTo>
                <a:cubicBezTo>
                  <a:pt x="6699" y="9616"/>
                  <a:pt x="6637" y="9645"/>
                  <a:pt x="6596" y="9617"/>
                </a:cubicBezTo>
                <a:cubicBezTo>
                  <a:pt x="6474" y="9535"/>
                  <a:pt x="6434" y="9782"/>
                  <a:pt x="6536" y="9980"/>
                </a:cubicBezTo>
                <a:cubicBezTo>
                  <a:pt x="6597" y="10099"/>
                  <a:pt x="6690" y="10153"/>
                  <a:pt x="6800" y="10131"/>
                </a:cubicBezTo>
                <a:cubicBezTo>
                  <a:pt x="6893" y="10112"/>
                  <a:pt x="6986" y="10141"/>
                  <a:pt x="7005" y="10196"/>
                </a:cubicBezTo>
                <a:cubicBezTo>
                  <a:pt x="7024" y="10250"/>
                  <a:pt x="7081" y="10293"/>
                  <a:pt x="7130" y="10293"/>
                </a:cubicBezTo>
                <a:cubicBezTo>
                  <a:pt x="7200" y="10293"/>
                  <a:pt x="7211" y="10228"/>
                  <a:pt x="7180" y="10013"/>
                </a:cubicBezTo>
                <a:cubicBezTo>
                  <a:pt x="7158" y="9859"/>
                  <a:pt x="7136" y="9732"/>
                  <a:pt x="7130" y="9730"/>
                </a:cubicBezTo>
                <a:cubicBezTo>
                  <a:pt x="7125" y="9728"/>
                  <a:pt x="7048" y="9663"/>
                  <a:pt x="6959" y="9585"/>
                </a:cubicBezTo>
                <a:cubicBezTo>
                  <a:pt x="6901" y="9533"/>
                  <a:pt x="6857" y="9504"/>
                  <a:pt x="6821" y="9500"/>
                </a:cubicBezTo>
                <a:close/>
                <a:moveTo>
                  <a:pt x="2096" y="9505"/>
                </a:moveTo>
                <a:cubicBezTo>
                  <a:pt x="2073" y="9501"/>
                  <a:pt x="2051" y="9511"/>
                  <a:pt x="2034" y="9540"/>
                </a:cubicBezTo>
                <a:cubicBezTo>
                  <a:pt x="1964" y="9664"/>
                  <a:pt x="2032" y="10109"/>
                  <a:pt x="2114" y="10061"/>
                </a:cubicBezTo>
                <a:cubicBezTo>
                  <a:pt x="2149" y="10040"/>
                  <a:pt x="2243" y="10086"/>
                  <a:pt x="2324" y="10161"/>
                </a:cubicBezTo>
                <a:cubicBezTo>
                  <a:pt x="2523" y="10345"/>
                  <a:pt x="2644" y="10287"/>
                  <a:pt x="2652" y="10005"/>
                </a:cubicBezTo>
                <a:cubicBezTo>
                  <a:pt x="2660" y="9712"/>
                  <a:pt x="2412" y="9387"/>
                  <a:pt x="2312" y="9562"/>
                </a:cubicBezTo>
                <a:cubicBezTo>
                  <a:pt x="2300" y="9583"/>
                  <a:pt x="2289" y="9599"/>
                  <a:pt x="2278" y="9610"/>
                </a:cubicBezTo>
                <a:cubicBezTo>
                  <a:pt x="2244" y="9641"/>
                  <a:pt x="2213" y="9626"/>
                  <a:pt x="2168" y="9562"/>
                </a:cubicBezTo>
                <a:cubicBezTo>
                  <a:pt x="2144" y="9527"/>
                  <a:pt x="2119" y="9508"/>
                  <a:pt x="2096" y="9505"/>
                </a:cubicBezTo>
                <a:close/>
                <a:moveTo>
                  <a:pt x="6140" y="9552"/>
                </a:moveTo>
                <a:cubicBezTo>
                  <a:pt x="6102" y="9548"/>
                  <a:pt x="6064" y="9585"/>
                  <a:pt x="5999" y="9660"/>
                </a:cubicBezTo>
                <a:cubicBezTo>
                  <a:pt x="5859" y="9820"/>
                  <a:pt x="5860" y="9824"/>
                  <a:pt x="5982" y="9903"/>
                </a:cubicBezTo>
                <a:cubicBezTo>
                  <a:pt x="6049" y="9946"/>
                  <a:pt x="6105" y="10041"/>
                  <a:pt x="6106" y="10113"/>
                </a:cubicBezTo>
                <a:cubicBezTo>
                  <a:pt x="6107" y="10190"/>
                  <a:pt x="6130" y="10171"/>
                  <a:pt x="6165" y="10066"/>
                </a:cubicBezTo>
                <a:cubicBezTo>
                  <a:pt x="6198" y="9967"/>
                  <a:pt x="6269" y="9884"/>
                  <a:pt x="6324" y="9883"/>
                </a:cubicBezTo>
                <a:cubicBezTo>
                  <a:pt x="6402" y="9881"/>
                  <a:pt x="6393" y="9841"/>
                  <a:pt x="6281" y="9690"/>
                </a:cubicBezTo>
                <a:cubicBezTo>
                  <a:pt x="6215" y="9601"/>
                  <a:pt x="6178" y="9556"/>
                  <a:pt x="6140" y="9552"/>
                </a:cubicBezTo>
                <a:close/>
                <a:moveTo>
                  <a:pt x="2965" y="9562"/>
                </a:moveTo>
                <a:cubicBezTo>
                  <a:pt x="2944" y="9564"/>
                  <a:pt x="2931" y="9633"/>
                  <a:pt x="2928" y="9762"/>
                </a:cubicBezTo>
                <a:cubicBezTo>
                  <a:pt x="2923" y="9984"/>
                  <a:pt x="2947" y="10040"/>
                  <a:pt x="3052" y="10040"/>
                </a:cubicBezTo>
                <a:cubicBezTo>
                  <a:pt x="3157" y="10040"/>
                  <a:pt x="3181" y="9983"/>
                  <a:pt x="3176" y="9765"/>
                </a:cubicBezTo>
                <a:cubicBezTo>
                  <a:pt x="3172" y="9581"/>
                  <a:pt x="3149" y="9523"/>
                  <a:pt x="3106" y="9585"/>
                </a:cubicBezTo>
                <a:cubicBezTo>
                  <a:pt x="3069" y="9640"/>
                  <a:pt x="3022" y="9639"/>
                  <a:pt x="2989" y="9582"/>
                </a:cubicBezTo>
                <a:cubicBezTo>
                  <a:pt x="2981" y="9567"/>
                  <a:pt x="2972" y="9561"/>
                  <a:pt x="2965" y="9562"/>
                </a:cubicBezTo>
                <a:close/>
                <a:moveTo>
                  <a:pt x="224" y="11428"/>
                </a:moveTo>
                <a:cubicBezTo>
                  <a:pt x="207" y="11425"/>
                  <a:pt x="185" y="11427"/>
                  <a:pt x="160" y="11433"/>
                </a:cubicBezTo>
                <a:cubicBezTo>
                  <a:pt x="59" y="11458"/>
                  <a:pt x="29" y="11534"/>
                  <a:pt x="26" y="11771"/>
                </a:cubicBezTo>
                <a:cubicBezTo>
                  <a:pt x="24" y="11939"/>
                  <a:pt x="50" y="12110"/>
                  <a:pt x="84" y="12152"/>
                </a:cubicBezTo>
                <a:cubicBezTo>
                  <a:pt x="163" y="12246"/>
                  <a:pt x="137" y="12252"/>
                  <a:pt x="317" y="12089"/>
                </a:cubicBezTo>
                <a:cubicBezTo>
                  <a:pt x="437" y="11980"/>
                  <a:pt x="450" y="11936"/>
                  <a:pt x="381" y="11889"/>
                </a:cubicBezTo>
                <a:cubicBezTo>
                  <a:pt x="332" y="11856"/>
                  <a:pt x="291" y="11734"/>
                  <a:pt x="291" y="11616"/>
                </a:cubicBezTo>
                <a:cubicBezTo>
                  <a:pt x="291" y="11493"/>
                  <a:pt x="275" y="11437"/>
                  <a:pt x="224" y="11428"/>
                </a:cubicBezTo>
                <a:close/>
                <a:moveTo>
                  <a:pt x="1155" y="11430"/>
                </a:moveTo>
                <a:cubicBezTo>
                  <a:pt x="1065" y="11422"/>
                  <a:pt x="992" y="11483"/>
                  <a:pt x="958" y="11603"/>
                </a:cubicBezTo>
                <a:cubicBezTo>
                  <a:pt x="950" y="11633"/>
                  <a:pt x="944" y="11666"/>
                  <a:pt x="941" y="11703"/>
                </a:cubicBezTo>
                <a:cubicBezTo>
                  <a:pt x="917" y="12003"/>
                  <a:pt x="1091" y="12252"/>
                  <a:pt x="1232" y="12119"/>
                </a:cubicBezTo>
                <a:cubicBezTo>
                  <a:pt x="1294" y="12061"/>
                  <a:pt x="1344" y="12064"/>
                  <a:pt x="1367" y="12129"/>
                </a:cubicBezTo>
                <a:cubicBezTo>
                  <a:pt x="1382" y="12172"/>
                  <a:pt x="1412" y="12193"/>
                  <a:pt x="1440" y="12184"/>
                </a:cubicBezTo>
                <a:cubicBezTo>
                  <a:pt x="1449" y="12181"/>
                  <a:pt x="1458" y="12176"/>
                  <a:pt x="1467" y="12167"/>
                </a:cubicBezTo>
                <a:cubicBezTo>
                  <a:pt x="1550" y="12077"/>
                  <a:pt x="1991" y="12107"/>
                  <a:pt x="2157" y="12214"/>
                </a:cubicBezTo>
                <a:cubicBezTo>
                  <a:pt x="2351" y="12340"/>
                  <a:pt x="2607" y="12316"/>
                  <a:pt x="2639" y="12169"/>
                </a:cubicBezTo>
                <a:cubicBezTo>
                  <a:pt x="2647" y="12133"/>
                  <a:pt x="2679" y="12110"/>
                  <a:pt x="2724" y="12094"/>
                </a:cubicBezTo>
                <a:cubicBezTo>
                  <a:pt x="2747" y="12086"/>
                  <a:pt x="2774" y="12079"/>
                  <a:pt x="2803" y="12077"/>
                </a:cubicBezTo>
                <a:cubicBezTo>
                  <a:pt x="2949" y="12062"/>
                  <a:pt x="3163" y="12109"/>
                  <a:pt x="3314" y="12209"/>
                </a:cubicBezTo>
                <a:cubicBezTo>
                  <a:pt x="3471" y="12313"/>
                  <a:pt x="3657" y="12311"/>
                  <a:pt x="3754" y="12207"/>
                </a:cubicBezTo>
                <a:cubicBezTo>
                  <a:pt x="3786" y="12171"/>
                  <a:pt x="3884" y="12157"/>
                  <a:pt x="3972" y="12174"/>
                </a:cubicBezTo>
                <a:cubicBezTo>
                  <a:pt x="4059" y="12191"/>
                  <a:pt x="4145" y="12161"/>
                  <a:pt x="4163" y="12109"/>
                </a:cubicBezTo>
                <a:cubicBezTo>
                  <a:pt x="4167" y="12096"/>
                  <a:pt x="4177" y="12084"/>
                  <a:pt x="4188" y="12074"/>
                </a:cubicBezTo>
                <a:cubicBezTo>
                  <a:pt x="4200" y="12064"/>
                  <a:pt x="4214" y="12056"/>
                  <a:pt x="4231" y="12049"/>
                </a:cubicBezTo>
                <a:cubicBezTo>
                  <a:pt x="4265" y="12036"/>
                  <a:pt x="4308" y="12031"/>
                  <a:pt x="4351" y="12036"/>
                </a:cubicBezTo>
                <a:cubicBezTo>
                  <a:pt x="4434" y="12048"/>
                  <a:pt x="4504" y="12053"/>
                  <a:pt x="4562" y="12052"/>
                </a:cubicBezTo>
                <a:cubicBezTo>
                  <a:pt x="4735" y="12047"/>
                  <a:pt x="4802" y="11981"/>
                  <a:pt x="4808" y="11834"/>
                </a:cubicBezTo>
                <a:cubicBezTo>
                  <a:pt x="4817" y="11632"/>
                  <a:pt x="4618" y="11465"/>
                  <a:pt x="4562" y="11626"/>
                </a:cubicBezTo>
                <a:cubicBezTo>
                  <a:pt x="4545" y="11674"/>
                  <a:pt x="4467" y="11663"/>
                  <a:pt x="4389" y="11601"/>
                </a:cubicBezTo>
                <a:cubicBezTo>
                  <a:pt x="4284" y="11516"/>
                  <a:pt x="4225" y="11517"/>
                  <a:pt x="4163" y="11608"/>
                </a:cubicBezTo>
                <a:cubicBezTo>
                  <a:pt x="4115" y="11677"/>
                  <a:pt x="4066" y="11691"/>
                  <a:pt x="4047" y="11638"/>
                </a:cubicBezTo>
                <a:cubicBezTo>
                  <a:pt x="4029" y="11587"/>
                  <a:pt x="3909" y="11546"/>
                  <a:pt x="3779" y="11546"/>
                </a:cubicBezTo>
                <a:cubicBezTo>
                  <a:pt x="3650" y="11546"/>
                  <a:pt x="3529" y="11587"/>
                  <a:pt x="3511" y="11638"/>
                </a:cubicBezTo>
                <a:cubicBezTo>
                  <a:pt x="3492" y="11693"/>
                  <a:pt x="3448" y="11688"/>
                  <a:pt x="3407" y="11628"/>
                </a:cubicBezTo>
                <a:cubicBezTo>
                  <a:pt x="3331" y="11517"/>
                  <a:pt x="3086" y="11512"/>
                  <a:pt x="2994" y="11621"/>
                </a:cubicBezTo>
                <a:cubicBezTo>
                  <a:pt x="2921" y="11705"/>
                  <a:pt x="2680" y="11679"/>
                  <a:pt x="2543" y="11573"/>
                </a:cubicBezTo>
                <a:cubicBezTo>
                  <a:pt x="2484" y="11527"/>
                  <a:pt x="2407" y="11544"/>
                  <a:pt x="2359" y="11613"/>
                </a:cubicBezTo>
                <a:cubicBezTo>
                  <a:pt x="2311" y="11684"/>
                  <a:pt x="2264" y="11693"/>
                  <a:pt x="2244" y="11636"/>
                </a:cubicBezTo>
                <a:cubicBezTo>
                  <a:pt x="2201" y="11513"/>
                  <a:pt x="1679" y="11517"/>
                  <a:pt x="1588" y="11641"/>
                </a:cubicBezTo>
                <a:cubicBezTo>
                  <a:pt x="1544" y="11701"/>
                  <a:pt x="1468" y="11676"/>
                  <a:pt x="1374" y="11568"/>
                </a:cubicBezTo>
                <a:cubicBezTo>
                  <a:pt x="1299" y="11482"/>
                  <a:pt x="1222" y="11437"/>
                  <a:pt x="1155" y="11430"/>
                </a:cubicBezTo>
                <a:close/>
                <a:moveTo>
                  <a:pt x="5835" y="13389"/>
                </a:moveTo>
                <a:cubicBezTo>
                  <a:pt x="5771" y="13385"/>
                  <a:pt x="5682" y="13429"/>
                  <a:pt x="5621" y="13524"/>
                </a:cubicBezTo>
                <a:cubicBezTo>
                  <a:pt x="5507" y="13701"/>
                  <a:pt x="5414" y="13722"/>
                  <a:pt x="4781" y="13707"/>
                </a:cubicBezTo>
                <a:cubicBezTo>
                  <a:pt x="4389" y="13698"/>
                  <a:pt x="4051" y="13662"/>
                  <a:pt x="4031" y="13627"/>
                </a:cubicBezTo>
                <a:cubicBezTo>
                  <a:pt x="4012" y="13592"/>
                  <a:pt x="3948" y="13608"/>
                  <a:pt x="3890" y="13662"/>
                </a:cubicBezTo>
                <a:cubicBezTo>
                  <a:pt x="3822" y="13726"/>
                  <a:pt x="3773" y="13724"/>
                  <a:pt x="3749" y="13657"/>
                </a:cubicBezTo>
                <a:cubicBezTo>
                  <a:pt x="3728" y="13598"/>
                  <a:pt x="3672" y="13591"/>
                  <a:pt x="3615" y="13639"/>
                </a:cubicBezTo>
                <a:cubicBezTo>
                  <a:pt x="3561" y="13685"/>
                  <a:pt x="3465" y="13714"/>
                  <a:pt x="3401" y="13702"/>
                </a:cubicBezTo>
                <a:cubicBezTo>
                  <a:pt x="3038" y="13635"/>
                  <a:pt x="2747" y="13630"/>
                  <a:pt x="2690" y="13692"/>
                </a:cubicBezTo>
                <a:cubicBezTo>
                  <a:pt x="2654" y="13731"/>
                  <a:pt x="2608" y="13719"/>
                  <a:pt x="2589" y="13664"/>
                </a:cubicBezTo>
                <a:cubicBezTo>
                  <a:pt x="2570" y="13610"/>
                  <a:pt x="2519" y="13587"/>
                  <a:pt x="2475" y="13617"/>
                </a:cubicBezTo>
                <a:cubicBezTo>
                  <a:pt x="2431" y="13646"/>
                  <a:pt x="2378" y="13622"/>
                  <a:pt x="2357" y="13562"/>
                </a:cubicBezTo>
                <a:cubicBezTo>
                  <a:pt x="2335" y="13502"/>
                  <a:pt x="2256" y="13454"/>
                  <a:pt x="2178" y="13454"/>
                </a:cubicBezTo>
                <a:cubicBezTo>
                  <a:pt x="1994" y="13454"/>
                  <a:pt x="1916" y="13899"/>
                  <a:pt x="2057" y="14148"/>
                </a:cubicBezTo>
                <a:cubicBezTo>
                  <a:pt x="2135" y="14285"/>
                  <a:pt x="2173" y="14293"/>
                  <a:pt x="2265" y="14193"/>
                </a:cubicBezTo>
                <a:cubicBezTo>
                  <a:pt x="2342" y="14109"/>
                  <a:pt x="2391" y="14102"/>
                  <a:pt x="2416" y="14175"/>
                </a:cubicBezTo>
                <a:cubicBezTo>
                  <a:pt x="2437" y="14234"/>
                  <a:pt x="2490" y="14260"/>
                  <a:pt x="2533" y="14230"/>
                </a:cubicBezTo>
                <a:cubicBezTo>
                  <a:pt x="2577" y="14201"/>
                  <a:pt x="2628" y="14222"/>
                  <a:pt x="2647" y="14275"/>
                </a:cubicBezTo>
                <a:cubicBezTo>
                  <a:pt x="2692" y="14401"/>
                  <a:pt x="2713" y="14397"/>
                  <a:pt x="2867" y="14250"/>
                </a:cubicBezTo>
                <a:cubicBezTo>
                  <a:pt x="3024" y="14100"/>
                  <a:pt x="3193" y="14070"/>
                  <a:pt x="3233" y="14185"/>
                </a:cubicBezTo>
                <a:cubicBezTo>
                  <a:pt x="3250" y="14233"/>
                  <a:pt x="3289" y="14244"/>
                  <a:pt x="3320" y="14210"/>
                </a:cubicBezTo>
                <a:cubicBezTo>
                  <a:pt x="3351" y="14177"/>
                  <a:pt x="3415" y="14205"/>
                  <a:pt x="3461" y="14273"/>
                </a:cubicBezTo>
                <a:cubicBezTo>
                  <a:pt x="3528" y="14370"/>
                  <a:pt x="3575" y="14361"/>
                  <a:pt x="3685" y="14235"/>
                </a:cubicBezTo>
                <a:cubicBezTo>
                  <a:pt x="3762" y="14148"/>
                  <a:pt x="3841" y="14107"/>
                  <a:pt x="3863" y="14145"/>
                </a:cubicBezTo>
                <a:cubicBezTo>
                  <a:pt x="3911" y="14229"/>
                  <a:pt x="4308" y="14252"/>
                  <a:pt x="4553" y="14210"/>
                </a:cubicBezTo>
                <a:cubicBezTo>
                  <a:pt x="4594" y="14203"/>
                  <a:pt x="4630" y="14193"/>
                  <a:pt x="4660" y="14183"/>
                </a:cubicBezTo>
                <a:cubicBezTo>
                  <a:pt x="4690" y="14172"/>
                  <a:pt x="4715" y="14162"/>
                  <a:pt x="4730" y="14148"/>
                </a:cubicBezTo>
                <a:cubicBezTo>
                  <a:pt x="4803" y="14080"/>
                  <a:pt x="4858" y="14082"/>
                  <a:pt x="4900" y="14155"/>
                </a:cubicBezTo>
                <a:cubicBezTo>
                  <a:pt x="4944" y="14233"/>
                  <a:pt x="4983" y="14232"/>
                  <a:pt x="5038" y="14153"/>
                </a:cubicBezTo>
                <a:cubicBezTo>
                  <a:pt x="5094" y="14071"/>
                  <a:pt x="5137" y="14073"/>
                  <a:pt x="5195" y="14158"/>
                </a:cubicBezTo>
                <a:cubicBezTo>
                  <a:pt x="5292" y="14299"/>
                  <a:pt x="5853" y="14241"/>
                  <a:pt x="5944" y="14080"/>
                </a:cubicBezTo>
                <a:cubicBezTo>
                  <a:pt x="5992" y="13996"/>
                  <a:pt x="6036" y="14009"/>
                  <a:pt x="6111" y="14128"/>
                </a:cubicBezTo>
                <a:cubicBezTo>
                  <a:pt x="6173" y="14226"/>
                  <a:pt x="6242" y="14256"/>
                  <a:pt x="6288" y="14205"/>
                </a:cubicBezTo>
                <a:cubicBezTo>
                  <a:pt x="6409" y="14073"/>
                  <a:pt x="6528" y="14069"/>
                  <a:pt x="6612" y="14190"/>
                </a:cubicBezTo>
                <a:cubicBezTo>
                  <a:pt x="6667" y="14271"/>
                  <a:pt x="6707" y="14270"/>
                  <a:pt x="6753" y="14190"/>
                </a:cubicBezTo>
                <a:cubicBezTo>
                  <a:pt x="6789" y="14127"/>
                  <a:pt x="6868" y="14112"/>
                  <a:pt x="6938" y="14155"/>
                </a:cubicBezTo>
                <a:cubicBezTo>
                  <a:pt x="7103" y="14256"/>
                  <a:pt x="7740" y="14233"/>
                  <a:pt x="7842" y="14123"/>
                </a:cubicBezTo>
                <a:cubicBezTo>
                  <a:pt x="7896" y="14064"/>
                  <a:pt x="7948" y="14098"/>
                  <a:pt x="8001" y="14225"/>
                </a:cubicBezTo>
                <a:cubicBezTo>
                  <a:pt x="8069" y="14388"/>
                  <a:pt x="8106" y="14398"/>
                  <a:pt x="8254" y="14300"/>
                </a:cubicBezTo>
                <a:cubicBezTo>
                  <a:pt x="8349" y="14238"/>
                  <a:pt x="8476" y="14210"/>
                  <a:pt x="8537" y="14238"/>
                </a:cubicBezTo>
                <a:cubicBezTo>
                  <a:pt x="8598" y="14266"/>
                  <a:pt x="8702" y="14236"/>
                  <a:pt x="8767" y="14175"/>
                </a:cubicBezTo>
                <a:cubicBezTo>
                  <a:pt x="8836" y="14110"/>
                  <a:pt x="8899" y="14104"/>
                  <a:pt x="8918" y="14158"/>
                </a:cubicBezTo>
                <a:cubicBezTo>
                  <a:pt x="8922" y="14170"/>
                  <a:pt x="8937" y="14183"/>
                  <a:pt x="8958" y="14193"/>
                </a:cubicBezTo>
                <a:cubicBezTo>
                  <a:pt x="8979" y="14202"/>
                  <a:pt x="9006" y="14209"/>
                  <a:pt x="9039" y="14215"/>
                </a:cubicBezTo>
                <a:cubicBezTo>
                  <a:pt x="9106" y="14227"/>
                  <a:pt x="9194" y="14230"/>
                  <a:pt x="9286" y="14223"/>
                </a:cubicBezTo>
                <a:cubicBezTo>
                  <a:pt x="9469" y="14208"/>
                  <a:pt x="9650" y="14238"/>
                  <a:pt x="9688" y="14290"/>
                </a:cubicBezTo>
                <a:cubicBezTo>
                  <a:pt x="9720" y="14334"/>
                  <a:pt x="9766" y="14345"/>
                  <a:pt x="9815" y="14323"/>
                </a:cubicBezTo>
                <a:cubicBezTo>
                  <a:pt x="9831" y="14316"/>
                  <a:pt x="9847" y="14305"/>
                  <a:pt x="9863" y="14290"/>
                </a:cubicBezTo>
                <a:cubicBezTo>
                  <a:pt x="9921" y="14238"/>
                  <a:pt x="10165" y="14205"/>
                  <a:pt x="10405" y="14218"/>
                </a:cubicBezTo>
                <a:cubicBezTo>
                  <a:pt x="10644" y="14230"/>
                  <a:pt x="10887" y="14197"/>
                  <a:pt x="10945" y="14145"/>
                </a:cubicBezTo>
                <a:cubicBezTo>
                  <a:pt x="11015" y="14082"/>
                  <a:pt x="11079" y="14092"/>
                  <a:pt x="11135" y="14173"/>
                </a:cubicBezTo>
                <a:cubicBezTo>
                  <a:pt x="11198" y="14266"/>
                  <a:pt x="11237" y="14267"/>
                  <a:pt x="11300" y="14175"/>
                </a:cubicBezTo>
                <a:cubicBezTo>
                  <a:pt x="11355" y="14095"/>
                  <a:pt x="11394" y="14090"/>
                  <a:pt x="11418" y="14160"/>
                </a:cubicBezTo>
                <a:cubicBezTo>
                  <a:pt x="11439" y="14218"/>
                  <a:pt x="11590" y="14250"/>
                  <a:pt x="11757" y="14230"/>
                </a:cubicBezTo>
                <a:cubicBezTo>
                  <a:pt x="11924" y="14211"/>
                  <a:pt x="12094" y="14243"/>
                  <a:pt x="12135" y="14300"/>
                </a:cubicBezTo>
                <a:cubicBezTo>
                  <a:pt x="12250" y="14460"/>
                  <a:pt x="12334" y="14247"/>
                  <a:pt x="12312" y="13850"/>
                </a:cubicBezTo>
                <a:cubicBezTo>
                  <a:pt x="12295" y="13545"/>
                  <a:pt x="12272" y="13504"/>
                  <a:pt x="12118" y="13494"/>
                </a:cubicBezTo>
                <a:cubicBezTo>
                  <a:pt x="12022" y="13488"/>
                  <a:pt x="11891" y="13539"/>
                  <a:pt x="11827" y="13607"/>
                </a:cubicBezTo>
                <a:cubicBezTo>
                  <a:pt x="11722" y="13718"/>
                  <a:pt x="11127" y="13749"/>
                  <a:pt x="10906" y="13674"/>
                </a:cubicBezTo>
                <a:cubicBezTo>
                  <a:pt x="10875" y="13664"/>
                  <a:pt x="10850" y="13652"/>
                  <a:pt x="10837" y="13637"/>
                </a:cubicBezTo>
                <a:cubicBezTo>
                  <a:pt x="10803" y="13600"/>
                  <a:pt x="10743" y="13605"/>
                  <a:pt x="10703" y="13649"/>
                </a:cubicBezTo>
                <a:cubicBezTo>
                  <a:pt x="10662" y="13693"/>
                  <a:pt x="10528" y="13699"/>
                  <a:pt x="10406" y="13659"/>
                </a:cubicBezTo>
                <a:cubicBezTo>
                  <a:pt x="10284" y="13620"/>
                  <a:pt x="10143" y="13626"/>
                  <a:pt x="10094" y="13674"/>
                </a:cubicBezTo>
                <a:cubicBezTo>
                  <a:pt x="10040" y="13727"/>
                  <a:pt x="9991" y="13720"/>
                  <a:pt x="9969" y="13657"/>
                </a:cubicBezTo>
                <a:cubicBezTo>
                  <a:pt x="9948" y="13599"/>
                  <a:pt x="9903" y="13582"/>
                  <a:pt x="9869" y="13619"/>
                </a:cubicBezTo>
                <a:cubicBezTo>
                  <a:pt x="9778" y="13718"/>
                  <a:pt x="8765" y="13732"/>
                  <a:pt x="8650" y="13637"/>
                </a:cubicBezTo>
                <a:cubicBezTo>
                  <a:pt x="8593" y="13589"/>
                  <a:pt x="8535" y="13600"/>
                  <a:pt x="8513" y="13662"/>
                </a:cubicBezTo>
                <a:cubicBezTo>
                  <a:pt x="8487" y="13736"/>
                  <a:pt x="8454" y="13738"/>
                  <a:pt x="8403" y="13664"/>
                </a:cubicBezTo>
                <a:cubicBezTo>
                  <a:pt x="8363" y="13606"/>
                  <a:pt x="8314" y="13586"/>
                  <a:pt x="8294" y="13622"/>
                </a:cubicBezTo>
                <a:cubicBezTo>
                  <a:pt x="8273" y="13657"/>
                  <a:pt x="8214" y="13625"/>
                  <a:pt x="8162" y="13549"/>
                </a:cubicBezTo>
                <a:cubicBezTo>
                  <a:pt x="8083" y="13433"/>
                  <a:pt x="8061" y="13438"/>
                  <a:pt x="8017" y="13574"/>
                </a:cubicBezTo>
                <a:cubicBezTo>
                  <a:pt x="7980" y="13691"/>
                  <a:pt x="7897" y="13725"/>
                  <a:pt x="7718" y="13702"/>
                </a:cubicBezTo>
                <a:cubicBezTo>
                  <a:pt x="7581" y="13684"/>
                  <a:pt x="7456" y="13663"/>
                  <a:pt x="7440" y="13654"/>
                </a:cubicBezTo>
                <a:cubicBezTo>
                  <a:pt x="7402" y="13633"/>
                  <a:pt x="7143" y="13646"/>
                  <a:pt x="6713" y="13692"/>
                </a:cubicBezTo>
                <a:cubicBezTo>
                  <a:pt x="6521" y="13712"/>
                  <a:pt x="6322" y="13691"/>
                  <a:pt x="6269" y="13644"/>
                </a:cubicBezTo>
                <a:cubicBezTo>
                  <a:pt x="6207" y="13589"/>
                  <a:pt x="6148" y="13613"/>
                  <a:pt x="6101" y="13712"/>
                </a:cubicBezTo>
                <a:cubicBezTo>
                  <a:pt x="6047" y="13827"/>
                  <a:pt x="6011" y="13836"/>
                  <a:pt x="5952" y="13749"/>
                </a:cubicBezTo>
                <a:cubicBezTo>
                  <a:pt x="5908" y="13686"/>
                  <a:pt x="5887" y="13594"/>
                  <a:pt x="5905" y="13544"/>
                </a:cubicBezTo>
                <a:cubicBezTo>
                  <a:pt x="5939" y="13447"/>
                  <a:pt x="5899" y="13393"/>
                  <a:pt x="5835" y="13389"/>
                </a:cubicBezTo>
                <a:close/>
                <a:moveTo>
                  <a:pt x="16406" y="13459"/>
                </a:moveTo>
                <a:cubicBezTo>
                  <a:pt x="16362" y="13467"/>
                  <a:pt x="16322" y="13501"/>
                  <a:pt x="16300" y="13562"/>
                </a:cubicBezTo>
                <a:cubicBezTo>
                  <a:pt x="16280" y="13621"/>
                  <a:pt x="16233" y="13650"/>
                  <a:pt x="16196" y="13627"/>
                </a:cubicBezTo>
                <a:cubicBezTo>
                  <a:pt x="16159" y="13604"/>
                  <a:pt x="16076" y="13619"/>
                  <a:pt x="16012" y="13659"/>
                </a:cubicBezTo>
                <a:cubicBezTo>
                  <a:pt x="15949" y="13700"/>
                  <a:pt x="15844" y="13698"/>
                  <a:pt x="15780" y="13657"/>
                </a:cubicBezTo>
                <a:cubicBezTo>
                  <a:pt x="15716" y="13615"/>
                  <a:pt x="15619" y="13623"/>
                  <a:pt x="15565" y="13672"/>
                </a:cubicBezTo>
                <a:cubicBezTo>
                  <a:pt x="15521" y="13712"/>
                  <a:pt x="15480" y="13720"/>
                  <a:pt x="15454" y="13697"/>
                </a:cubicBezTo>
                <a:cubicBezTo>
                  <a:pt x="15445" y="13689"/>
                  <a:pt x="15437" y="13676"/>
                  <a:pt x="15432" y="13662"/>
                </a:cubicBezTo>
                <a:cubicBezTo>
                  <a:pt x="15413" y="13608"/>
                  <a:pt x="15366" y="13586"/>
                  <a:pt x="15327" y="13612"/>
                </a:cubicBezTo>
                <a:cubicBezTo>
                  <a:pt x="15184" y="13705"/>
                  <a:pt x="14876" y="13731"/>
                  <a:pt x="14848" y="13652"/>
                </a:cubicBezTo>
                <a:cubicBezTo>
                  <a:pt x="14832" y="13607"/>
                  <a:pt x="14735" y="13615"/>
                  <a:pt x="14631" y="13667"/>
                </a:cubicBezTo>
                <a:cubicBezTo>
                  <a:pt x="14485" y="13741"/>
                  <a:pt x="14429" y="13728"/>
                  <a:pt x="14379" y="13609"/>
                </a:cubicBezTo>
                <a:cubicBezTo>
                  <a:pt x="14322" y="13473"/>
                  <a:pt x="14294" y="13473"/>
                  <a:pt x="14132" y="13614"/>
                </a:cubicBezTo>
                <a:cubicBezTo>
                  <a:pt x="14032" y="13702"/>
                  <a:pt x="13922" y="13742"/>
                  <a:pt x="13887" y="13704"/>
                </a:cubicBezTo>
                <a:cubicBezTo>
                  <a:pt x="13809" y="13620"/>
                  <a:pt x="13229" y="13606"/>
                  <a:pt x="13154" y="13687"/>
                </a:cubicBezTo>
                <a:cubicBezTo>
                  <a:pt x="13125" y="13719"/>
                  <a:pt x="13070" y="13714"/>
                  <a:pt x="13033" y="13674"/>
                </a:cubicBezTo>
                <a:cubicBezTo>
                  <a:pt x="12996" y="13634"/>
                  <a:pt x="12860" y="13618"/>
                  <a:pt x="12731" y="13639"/>
                </a:cubicBezTo>
                <a:cubicBezTo>
                  <a:pt x="12528" y="13673"/>
                  <a:pt x="12496" y="13711"/>
                  <a:pt x="12496" y="13922"/>
                </a:cubicBezTo>
                <a:cubicBezTo>
                  <a:pt x="12496" y="14084"/>
                  <a:pt x="12531" y="14171"/>
                  <a:pt x="12598" y="14175"/>
                </a:cubicBezTo>
                <a:cubicBezTo>
                  <a:pt x="12654" y="14179"/>
                  <a:pt x="12772" y="14198"/>
                  <a:pt x="12859" y="14218"/>
                </a:cubicBezTo>
                <a:cubicBezTo>
                  <a:pt x="12947" y="14238"/>
                  <a:pt x="13032" y="14210"/>
                  <a:pt x="13052" y="14155"/>
                </a:cubicBezTo>
                <a:cubicBezTo>
                  <a:pt x="13057" y="14140"/>
                  <a:pt x="13065" y="14127"/>
                  <a:pt x="13073" y="14120"/>
                </a:cubicBezTo>
                <a:cubicBezTo>
                  <a:pt x="13097" y="14099"/>
                  <a:pt x="13131" y="14119"/>
                  <a:pt x="13170" y="14175"/>
                </a:cubicBezTo>
                <a:cubicBezTo>
                  <a:pt x="13222" y="14251"/>
                  <a:pt x="13278" y="14261"/>
                  <a:pt x="13324" y="14200"/>
                </a:cubicBezTo>
                <a:cubicBezTo>
                  <a:pt x="13364" y="14148"/>
                  <a:pt x="13450" y="14119"/>
                  <a:pt x="13514" y="14135"/>
                </a:cubicBezTo>
                <a:cubicBezTo>
                  <a:pt x="13578" y="14152"/>
                  <a:pt x="13730" y="14186"/>
                  <a:pt x="13853" y="14210"/>
                </a:cubicBezTo>
                <a:cubicBezTo>
                  <a:pt x="13976" y="14235"/>
                  <a:pt x="14091" y="14281"/>
                  <a:pt x="14109" y="14313"/>
                </a:cubicBezTo>
                <a:cubicBezTo>
                  <a:pt x="14166" y="14413"/>
                  <a:pt x="14226" y="14379"/>
                  <a:pt x="14259" y="14228"/>
                </a:cubicBezTo>
                <a:cubicBezTo>
                  <a:pt x="14280" y="14134"/>
                  <a:pt x="14348" y="14098"/>
                  <a:pt x="14454" y="14128"/>
                </a:cubicBezTo>
                <a:cubicBezTo>
                  <a:pt x="14794" y="14222"/>
                  <a:pt x="15407" y="14235"/>
                  <a:pt x="15438" y="14148"/>
                </a:cubicBezTo>
                <a:cubicBezTo>
                  <a:pt x="15456" y="14097"/>
                  <a:pt x="15506" y="14108"/>
                  <a:pt x="15551" y="14173"/>
                </a:cubicBezTo>
                <a:cubicBezTo>
                  <a:pt x="15611" y="14261"/>
                  <a:pt x="15672" y="14251"/>
                  <a:pt x="15801" y="14138"/>
                </a:cubicBezTo>
                <a:cubicBezTo>
                  <a:pt x="15953" y="14005"/>
                  <a:pt x="15983" y="14006"/>
                  <a:pt x="16062" y="14145"/>
                </a:cubicBezTo>
                <a:cubicBezTo>
                  <a:pt x="16123" y="14251"/>
                  <a:pt x="16177" y="14273"/>
                  <a:pt x="16228" y="14208"/>
                </a:cubicBezTo>
                <a:cubicBezTo>
                  <a:pt x="16312" y="14100"/>
                  <a:pt x="16632" y="14100"/>
                  <a:pt x="17029" y="14210"/>
                </a:cubicBezTo>
                <a:cubicBezTo>
                  <a:pt x="17643" y="14381"/>
                  <a:pt x="17683" y="14377"/>
                  <a:pt x="17646" y="14135"/>
                </a:cubicBezTo>
                <a:cubicBezTo>
                  <a:pt x="17627" y="14013"/>
                  <a:pt x="17611" y="13856"/>
                  <a:pt x="17610" y="13785"/>
                </a:cubicBezTo>
                <a:cubicBezTo>
                  <a:pt x="17610" y="13712"/>
                  <a:pt x="17541" y="13654"/>
                  <a:pt x="17451" y="13654"/>
                </a:cubicBezTo>
                <a:cubicBezTo>
                  <a:pt x="16974" y="13655"/>
                  <a:pt x="16816" y="13670"/>
                  <a:pt x="16724" y="13719"/>
                </a:cubicBezTo>
                <a:cubicBezTo>
                  <a:pt x="16663" y="13752"/>
                  <a:pt x="16608" y="13710"/>
                  <a:pt x="16587" y="13614"/>
                </a:cubicBezTo>
                <a:cubicBezTo>
                  <a:pt x="16562" y="13501"/>
                  <a:pt x="16479" y="13445"/>
                  <a:pt x="16406" y="13459"/>
                </a:cubicBezTo>
                <a:close/>
                <a:moveTo>
                  <a:pt x="19076" y="13604"/>
                </a:moveTo>
                <a:cubicBezTo>
                  <a:pt x="19065" y="13605"/>
                  <a:pt x="19053" y="13607"/>
                  <a:pt x="19043" y="13614"/>
                </a:cubicBezTo>
                <a:cubicBezTo>
                  <a:pt x="18914" y="13701"/>
                  <a:pt x="18340" y="13733"/>
                  <a:pt x="18279" y="13657"/>
                </a:cubicBezTo>
                <a:cubicBezTo>
                  <a:pt x="18247" y="13617"/>
                  <a:pt x="18122" y="13605"/>
                  <a:pt x="18002" y="13632"/>
                </a:cubicBezTo>
                <a:cubicBezTo>
                  <a:pt x="17819" y="13672"/>
                  <a:pt x="17784" y="13720"/>
                  <a:pt x="17784" y="13925"/>
                </a:cubicBezTo>
                <a:cubicBezTo>
                  <a:pt x="17784" y="14059"/>
                  <a:pt x="17817" y="14171"/>
                  <a:pt x="17857" y="14175"/>
                </a:cubicBezTo>
                <a:cubicBezTo>
                  <a:pt x="17897" y="14180"/>
                  <a:pt x="17995" y="14197"/>
                  <a:pt x="18075" y="14213"/>
                </a:cubicBezTo>
                <a:cubicBezTo>
                  <a:pt x="18155" y="14229"/>
                  <a:pt x="18246" y="14218"/>
                  <a:pt x="18277" y="14185"/>
                </a:cubicBezTo>
                <a:cubicBezTo>
                  <a:pt x="18370" y="14090"/>
                  <a:pt x="18543" y="14091"/>
                  <a:pt x="18577" y="14188"/>
                </a:cubicBezTo>
                <a:cubicBezTo>
                  <a:pt x="18590" y="14225"/>
                  <a:pt x="18628" y="14243"/>
                  <a:pt x="18671" y="14235"/>
                </a:cubicBezTo>
                <a:cubicBezTo>
                  <a:pt x="18685" y="14233"/>
                  <a:pt x="18700" y="14226"/>
                  <a:pt x="18715" y="14218"/>
                </a:cubicBezTo>
                <a:cubicBezTo>
                  <a:pt x="18774" y="14185"/>
                  <a:pt x="18837" y="14207"/>
                  <a:pt x="18858" y="14265"/>
                </a:cubicBezTo>
                <a:cubicBezTo>
                  <a:pt x="18876" y="14319"/>
                  <a:pt x="18897" y="14350"/>
                  <a:pt x="18920" y="14361"/>
                </a:cubicBezTo>
                <a:cubicBezTo>
                  <a:pt x="18928" y="14364"/>
                  <a:pt x="18937" y="14367"/>
                  <a:pt x="18946" y="14366"/>
                </a:cubicBezTo>
                <a:cubicBezTo>
                  <a:pt x="18982" y="14360"/>
                  <a:pt x="19029" y="14314"/>
                  <a:pt x="19096" y="14228"/>
                </a:cubicBezTo>
                <a:cubicBezTo>
                  <a:pt x="19172" y="14130"/>
                  <a:pt x="19232" y="14115"/>
                  <a:pt x="19278" y="14183"/>
                </a:cubicBezTo>
                <a:cubicBezTo>
                  <a:pt x="19321" y="14246"/>
                  <a:pt x="19386" y="14249"/>
                  <a:pt x="19452" y="14190"/>
                </a:cubicBezTo>
                <a:cubicBezTo>
                  <a:pt x="19567" y="14088"/>
                  <a:pt x="19892" y="14095"/>
                  <a:pt x="20088" y="14205"/>
                </a:cubicBezTo>
                <a:cubicBezTo>
                  <a:pt x="20156" y="14243"/>
                  <a:pt x="20282" y="14226"/>
                  <a:pt x="20370" y="14168"/>
                </a:cubicBezTo>
                <a:cubicBezTo>
                  <a:pt x="20485" y="14091"/>
                  <a:pt x="20553" y="14092"/>
                  <a:pt x="20610" y="14175"/>
                </a:cubicBezTo>
                <a:cubicBezTo>
                  <a:pt x="20653" y="14239"/>
                  <a:pt x="20728" y="14265"/>
                  <a:pt x="20776" y="14233"/>
                </a:cubicBezTo>
                <a:cubicBezTo>
                  <a:pt x="20882" y="14162"/>
                  <a:pt x="20895" y="13660"/>
                  <a:pt x="20792" y="13649"/>
                </a:cubicBezTo>
                <a:cubicBezTo>
                  <a:pt x="20692" y="13639"/>
                  <a:pt x="20003" y="13670"/>
                  <a:pt x="19790" y="13694"/>
                </a:cubicBezTo>
                <a:cubicBezTo>
                  <a:pt x="19694" y="13705"/>
                  <a:pt x="19562" y="13682"/>
                  <a:pt x="19496" y="13644"/>
                </a:cubicBezTo>
                <a:cubicBezTo>
                  <a:pt x="19431" y="13606"/>
                  <a:pt x="19335" y="13618"/>
                  <a:pt x="19282" y="13669"/>
                </a:cubicBezTo>
                <a:cubicBezTo>
                  <a:pt x="19224" y="13727"/>
                  <a:pt x="19174" y="13725"/>
                  <a:pt x="19153" y="13664"/>
                </a:cubicBezTo>
                <a:cubicBezTo>
                  <a:pt x="19138" y="13624"/>
                  <a:pt x="19108" y="13601"/>
                  <a:pt x="19076" y="13604"/>
                </a:cubicBezTo>
                <a:close/>
                <a:moveTo>
                  <a:pt x="1278" y="13674"/>
                </a:moveTo>
                <a:cubicBezTo>
                  <a:pt x="1239" y="13687"/>
                  <a:pt x="1222" y="13747"/>
                  <a:pt x="1222" y="13862"/>
                </a:cubicBezTo>
                <a:cubicBezTo>
                  <a:pt x="1222" y="14016"/>
                  <a:pt x="1252" y="14072"/>
                  <a:pt x="1323" y="14048"/>
                </a:cubicBezTo>
                <a:cubicBezTo>
                  <a:pt x="1379" y="14029"/>
                  <a:pt x="1424" y="13945"/>
                  <a:pt x="1424" y="13862"/>
                </a:cubicBezTo>
                <a:cubicBezTo>
                  <a:pt x="1424" y="13780"/>
                  <a:pt x="1379" y="13696"/>
                  <a:pt x="1323" y="13677"/>
                </a:cubicBezTo>
                <a:cubicBezTo>
                  <a:pt x="1305" y="13671"/>
                  <a:pt x="1290" y="13670"/>
                  <a:pt x="1278" y="13674"/>
                </a:cubicBezTo>
                <a:close/>
                <a:moveTo>
                  <a:pt x="1977" y="15205"/>
                </a:moveTo>
                <a:lnTo>
                  <a:pt x="1977" y="15485"/>
                </a:lnTo>
                <a:lnTo>
                  <a:pt x="1977" y="15763"/>
                </a:lnTo>
                <a:lnTo>
                  <a:pt x="3602" y="15778"/>
                </a:lnTo>
                <a:cubicBezTo>
                  <a:pt x="3866" y="15781"/>
                  <a:pt x="4099" y="15781"/>
                  <a:pt x="4302" y="15778"/>
                </a:cubicBezTo>
                <a:cubicBezTo>
                  <a:pt x="4709" y="15773"/>
                  <a:pt x="4993" y="15758"/>
                  <a:pt x="5142" y="15733"/>
                </a:cubicBezTo>
                <a:cubicBezTo>
                  <a:pt x="5216" y="15721"/>
                  <a:pt x="5257" y="15705"/>
                  <a:pt x="5263" y="15688"/>
                </a:cubicBezTo>
                <a:cubicBezTo>
                  <a:pt x="5287" y="15619"/>
                  <a:pt x="5327" y="15626"/>
                  <a:pt x="5381" y="15705"/>
                </a:cubicBezTo>
                <a:cubicBezTo>
                  <a:pt x="5513" y="15897"/>
                  <a:pt x="5476" y="15646"/>
                  <a:pt x="5341" y="15432"/>
                </a:cubicBezTo>
                <a:cubicBezTo>
                  <a:pt x="5232" y="15258"/>
                  <a:pt x="5115" y="15236"/>
                  <a:pt x="4194" y="15225"/>
                </a:cubicBezTo>
                <a:cubicBezTo>
                  <a:pt x="3392" y="15215"/>
                  <a:pt x="3148" y="15244"/>
                  <a:pt x="3075" y="15355"/>
                </a:cubicBezTo>
                <a:cubicBezTo>
                  <a:pt x="2996" y="15475"/>
                  <a:pt x="2971" y="15475"/>
                  <a:pt x="2915" y="15357"/>
                </a:cubicBezTo>
                <a:cubicBezTo>
                  <a:pt x="2871" y="15263"/>
                  <a:pt x="2708" y="15217"/>
                  <a:pt x="2414" y="15212"/>
                </a:cubicBezTo>
                <a:lnTo>
                  <a:pt x="1977" y="15205"/>
                </a:lnTo>
                <a:close/>
                <a:moveTo>
                  <a:pt x="1121" y="17078"/>
                </a:moveTo>
                <a:cubicBezTo>
                  <a:pt x="1105" y="17081"/>
                  <a:pt x="1088" y="17090"/>
                  <a:pt x="1072" y="17108"/>
                </a:cubicBezTo>
                <a:cubicBezTo>
                  <a:pt x="1056" y="17125"/>
                  <a:pt x="1041" y="17151"/>
                  <a:pt x="1022" y="17183"/>
                </a:cubicBezTo>
                <a:cubicBezTo>
                  <a:pt x="923" y="17357"/>
                  <a:pt x="908" y="17517"/>
                  <a:pt x="975" y="17699"/>
                </a:cubicBezTo>
                <a:cubicBezTo>
                  <a:pt x="1027" y="17840"/>
                  <a:pt x="4178" y="17864"/>
                  <a:pt x="4278" y="17724"/>
                </a:cubicBezTo>
                <a:cubicBezTo>
                  <a:pt x="4318" y="17668"/>
                  <a:pt x="4382" y="17709"/>
                  <a:pt x="4448" y="17837"/>
                </a:cubicBezTo>
                <a:cubicBezTo>
                  <a:pt x="4524" y="17984"/>
                  <a:pt x="4564" y="18045"/>
                  <a:pt x="4607" y="18030"/>
                </a:cubicBezTo>
                <a:cubicBezTo>
                  <a:pt x="4616" y="18026"/>
                  <a:pt x="4625" y="18021"/>
                  <a:pt x="4634" y="18012"/>
                </a:cubicBezTo>
                <a:cubicBezTo>
                  <a:pt x="4652" y="17994"/>
                  <a:pt x="4671" y="17965"/>
                  <a:pt x="4694" y="17924"/>
                </a:cubicBezTo>
                <a:cubicBezTo>
                  <a:pt x="4737" y="17849"/>
                  <a:pt x="4962" y="17811"/>
                  <a:pt x="5317" y="17822"/>
                </a:cubicBezTo>
                <a:lnTo>
                  <a:pt x="5870" y="17837"/>
                </a:lnTo>
                <a:lnTo>
                  <a:pt x="5870" y="17584"/>
                </a:lnTo>
                <a:cubicBezTo>
                  <a:pt x="5870" y="17443"/>
                  <a:pt x="5838" y="17320"/>
                  <a:pt x="5798" y="17311"/>
                </a:cubicBezTo>
                <a:cubicBezTo>
                  <a:pt x="5515" y="17248"/>
                  <a:pt x="4932" y="17273"/>
                  <a:pt x="4905" y="17348"/>
                </a:cubicBezTo>
                <a:cubicBezTo>
                  <a:pt x="4887" y="17400"/>
                  <a:pt x="4839" y="17391"/>
                  <a:pt x="4796" y="17328"/>
                </a:cubicBezTo>
                <a:cubicBezTo>
                  <a:pt x="4709" y="17202"/>
                  <a:pt x="3680" y="17233"/>
                  <a:pt x="3558" y="17366"/>
                </a:cubicBezTo>
                <a:cubicBezTo>
                  <a:pt x="3517" y="17411"/>
                  <a:pt x="3451" y="17402"/>
                  <a:pt x="3413" y="17348"/>
                </a:cubicBezTo>
                <a:cubicBezTo>
                  <a:pt x="3321" y="17221"/>
                  <a:pt x="2976" y="17212"/>
                  <a:pt x="2932" y="17336"/>
                </a:cubicBezTo>
                <a:cubicBezTo>
                  <a:pt x="2914" y="17389"/>
                  <a:pt x="2868" y="17399"/>
                  <a:pt x="2830" y="17356"/>
                </a:cubicBezTo>
                <a:cubicBezTo>
                  <a:pt x="2792" y="17313"/>
                  <a:pt x="2448" y="17274"/>
                  <a:pt x="2064" y="17271"/>
                </a:cubicBezTo>
                <a:cubicBezTo>
                  <a:pt x="1646" y="17267"/>
                  <a:pt x="1316" y="17215"/>
                  <a:pt x="1240" y="17143"/>
                </a:cubicBezTo>
                <a:cubicBezTo>
                  <a:pt x="1189" y="17094"/>
                  <a:pt x="1153" y="17072"/>
                  <a:pt x="1121" y="17078"/>
                </a:cubicBezTo>
                <a:close/>
                <a:moveTo>
                  <a:pt x="206" y="17130"/>
                </a:moveTo>
                <a:cubicBezTo>
                  <a:pt x="158" y="17128"/>
                  <a:pt x="101" y="17191"/>
                  <a:pt x="62" y="17321"/>
                </a:cubicBezTo>
                <a:cubicBezTo>
                  <a:pt x="-24" y="17601"/>
                  <a:pt x="-14" y="17713"/>
                  <a:pt x="103" y="17759"/>
                </a:cubicBezTo>
                <a:cubicBezTo>
                  <a:pt x="386" y="17871"/>
                  <a:pt x="599" y="17745"/>
                  <a:pt x="378" y="17596"/>
                </a:cubicBezTo>
                <a:cubicBezTo>
                  <a:pt x="330" y="17564"/>
                  <a:pt x="291" y="17445"/>
                  <a:pt x="291" y="17331"/>
                </a:cubicBezTo>
                <a:cubicBezTo>
                  <a:pt x="291" y="17199"/>
                  <a:pt x="253" y="17132"/>
                  <a:pt x="206" y="17130"/>
                </a:cubicBezTo>
                <a:close/>
                <a:moveTo>
                  <a:pt x="6218" y="19086"/>
                </a:moveTo>
                <a:cubicBezTo>
                  <a:pt x="6192" y="19087"/>
                  <a:pt x="6165" y="19114"/>
                  <a:pt x="6130" y="19167"/>
                </a:cubicBezTo>
                <a:cubicBezTo>
                  <a:pt x="6005" y="19349"/>
                  <a:pt x="4658" y="19310"/>
                  <a:pt x="4482" y="19119"/>
                </a:cubicBezTo>
                <a:cubicBezTo>
                  <a:pt x="4375" y="19003"/>
                  <a:pt x="4305" y="19736"/>
                  <a:pt x="4398" y="20003"/>
                </a:cubicBezTo>
                <a:cubicBezTo>
                  <a:pt x="4436" y="20112"/>
                  <a:pt x="4501" y="20099"/>
                  <a:pt x="4579" y="19963"/>
                </a:cubicBezTo>
                <a:cubicBezTo>
                  <a:pt x="4627" y="19878"/>
                  <a:pt x="5152" y="19847"/>
                  <a:pt x="6435" y="19853"/>
                </a:cubicBezTo>
                <a:cubicBezTo>
                  <a:pt x="7505" y="19857"/>
                  <a:pt x="8252" y="19819"/>
                  <a:pt x="8292" y="19760"/>
                </a:cubicBezTo>
                <a:cubicBezTo>
                  <a:pt x="8334" y="19699"/>
                  <a:pt x="8372" y="19698"/>
                  <a:pt x="8393" y="19758"/>
                </a:cubicBezTo>
                <a:cubicBezTo>
                  <a:pt x="8412" y="19810"/>
                  <a:pt x="8778" y="19855"/>
                  <a:pt x="9207" y="19858"/>
                </a:cubicBezTo>
                <a:cubicBezTo>
                  <a:pt x="9868" y="19861"/>
                  <a:pt x="9993" y="19837"/>
                  <a:pt x="10023" y="19700"/>
                </a:cubicBezTo>
                <a:cubicBezTo>
                  <a:pt x="10053" y="19560"/>
                  <a:pt x="10075" y="19569"/>
                  <a:pt x="10177" y="19760"/>
                </a:cubicBezTo>
                <a:cubicBezTo>
                  <a:pt x="10242" y="19882"/>
                  <a:pt x="10318" y="19955"/>
                  <a:pt x="10348" y="19923"/>
                </a:cubicBezTo>
                <a:cubicBezTo>
                  <a:pt x="10377" y="19891"/>
                  <a:pt x="10919" y="19862"/>
                  <a:pt x="11551" y="19858"/>
                </a:cubicBezTo>
                <a:cubicBezTo>
                  <a:pt x="12183" y="19854"/>
                  <a:pt x="12730" y="19808"/>
                  <a:pt x="12768" y="19755"/>
                </a:cubicBezTo>
                <a:cubicBezTo>
                  <a:pt x="12813" y="19692"/>
                  <a:pt x="12886" y="19714"/>
                  <a:pt x="12978" y="19820"/>
                </a:cubicBezTo>
                <a:cubicBezTo>
                  <a:pt x="13104" y="19966"/>
                  <a:pt x="13126" y="19966"/>
                  <a:pt x="13193" y="19825"/>
                </a:cubicBezTo>
                <a:cubicBezTo>
                  <a:pt x="13248" y="19709"/>
                  <a:pt x="13287" y="19700"/>
                  <a:pt x="13344" y="19783"/>
                </a:cubicBezTo>
                <a:cubicBezTo>
                  <a:pt x="13386" y="19844"/>
                  <a:pt x="13511" y="19879"/>
                  <a:pt x="13621" y="19863"/>
                </a:cubicBezTo>
                <a:cubicBezTo>
                  <a:pt x="13731" y="19846"/>
                  <a:pt x="13864" y="19897"/>
                  <a:pt x="13918" y="19975"/>
                </a:cubicBezTo>
                <a:cubicBezTo>
                  <a:pt x="14003" y="20098"/>
                  <a:pt x="14024" y="20096"/>
                  <a:pt x="14070" y="19970"/>
                </a:cubicBezTo>
                <a:cubicBezTo>
                  <a:pt x="14133" y="19793"/>
                  <a:pt x="14141" y="19267"/>
                  <a:pt x="14080" y="19257"/>
                </a:cubicBezTo>
                <a:cubicBezTo>
                  <a:pt x="13740" y="19199"/>
                  <a:pt x="13548" y="19223"/>
                  <a:pt x="13440" y="19337"/>
                </a:cubicBezTo>
                <a:cubicBezTo>
                  <a:pt x="13326" y="19455"/>
                  <a:pt x="13302" y="19454"/>
                  <a:pt x="13273" y="19319"/>
                </a:cubicBezTo>
                <a:cubicBezTo>
                  <a:pt x="13223" y="19090"/>
                  <a:pt x="12976" y="19124"/>
                  <a:pt x="12901" y="19372"/>
                </a:cubicBezTo>
                <a:cubicBezTo>
                  <a:pt x="12846" y="19550"/>
                  <a:pt x="12822" y="19563"/>
                  <a:pt x="12744" y="19449"/>
                </a:cubicBezTo>
                <a:cubicBezTo>
                  <a:pt x="12640" y="19299"/>
                  <a:pt x="12421" y="19252"/>
                  <a:pt x="11827" y="19259"/>
                </a:cubicBezTo>
                <a:cubicBezTo>
                  <a:pt x="11604" y="19262"/>
                  <a:pt x="11225" y="19267"/>
                  <a:pt x="10985" y="19269"/>
                </a:cubicBezTo>
                <a:cubicBezTo>
                  <a:pt x="10745" y="19272"/>
                  <a:pt x="10474" y="19243"/>
                  <a:pt x="10382" y="19204"/>
                </a:cubicBezTo>
                <a:cubicBezTo>
                  <a:pt x="10253" y="19150"/>
                  <a:pt x="10200" y="19178"/>
                  <a:pt x="10155" y="19319"/>
                </a:cubicBezTo>
                <a:cubicBezTo>
                  <a:pt x="10100" y="19494"/>
                  <a:pt x="10093" y="19493"/>
                  <a:pt x="10023" y="19324"/>
                </a:cubicBezTo>
                <a:cubicBezTo>
                  <a:pt x="9968" y="19194"/>
                  <a:pt x="9920" y="19170"/>
                  <a:pt x="9842" y="19239"/>
                </a:cubicBezTo>
                <a:cubicBezTo>
                  <a:pt x="9757" y="19314"/>
                  <a:pt x="9594" y="19333"/>
                  <a:pt x="9478" y="19297"/>
                </a:cubicBezTo>
                <a:cubicBezTo>
                  <a:pt x="9459" y="19291"/>
                  <a:pt x="9441" y="19283"/>
                  <a:pt x="9425" y="19274"/>
                </a:cubicBezTo>
                <a:cubicBezTo>
                  <a:pt x="9409" y="19265"/>
                  <a:pt x="9396" y="19256"/>
                  <a:pt x="9384" y="19244"/>
                </a:cubicBezTo>
                <a:cubicBezTo>
                  <a:pt x="9354" y="19212"/>
                  <a:pt x="9211" y="19217"/>
                  <a:pt x="9068" y="19254"/>
                </a:cubicBezTo>
                <a:cubicBezTo>
                  <a:pt x="8756" y="19336"/>
                  <a:pt x="7837" y="19329"/>
                  <a:pt x="7758" y="19244"/>
                </a:cubicBezTo>
                <a:cubicBezTo>
                  <a:pt x="7727" y="19211"/>
                  <a:pt x="7532" y="19204"/>
                  <a:pt x="7324" y="19229"/>
                </a:cubicBezTo>
                <a:cubicBezTo>
                  <a:pt x="6672" y="19309"/>
                  <a:pt x="6396" y="19291"/>
                  <a:pt x="6307" y="19161"/>
                </a:cubicBezTo>
                <a:cubicBezTo>
                  <a:pt x="6272" y="19112"/>
                  <a:pt x="6245" y="19086"/>
                  <a:pt x="6218" y="19086"/>
                </a:cubicBezTo>
                <a:close/>
                <a:moveTo>
                  <a:pt x="2505" y="19202"/>
                </a:moveTo>
                <a:cubicBezTo>
                  <a:pt x="2057" y="19208"/>
                  <a:pt x="2036" y="19250"/>
                  <a:pt x="2012" y="19407"/>
                </a:cubicBezTo>
                <a:cubicBezTo>
                  <a:pt x="1946" y="19838"/>
                  <a:pt x="1962" y="19857"/>
                  <a:pt x="2389" y="19840"/>
                </a:cubicBezTo>
                <a:cubicBezTo>
                  <a:pt x="2616" y="19832"/>
                  <a:pt x="2814" y="19861"/>
                  <a:pt x="2828" y="19903"/>
                </a:cubicBezTo>
                <a:cubicBezTo>
                  <a:pt x="2843" y="19945"/>
                  <a:pt x="2906" y="19931"/>
                  <a:pt x="2968" y="19873"/>
                </a:cubicBezTo>
                <a:cubicBezTo>
                  <a:pt x="2987" y="19855"/>
                  <a:pt x="3005" y="19842"/>
                  <a:pt x="3024" y="19833"/>
                </a:cubicBezTo>
                <a:cubicBezTo>
                  <a:pt x="3079" y="19806"/>
                  <a:pt x="3135" y="19817"/>
                  <a:pt x="3186" y="19865"/>
                </a:cubicBezTo>
                <a:cubicBezTo>
                  <a:pt x="3247" y="19923"/>
                  <a:pt x="3325" y="19927"/>
                  <a:pt x="3373" y="19875"/>
                </a:cubicBezTo>
                <a:cubicBezTo>
                  <a:pt x="3422" y="19822"/>
                  <a:pt x="3484" y="19828"/>
                  <a:pt x="3527" y="19890"/>
                </a:cubicBezTo>
                <a:cubicBezTo>
                  <a:pt x="3567" y="19948"/>
                  <a:pt x="3625" y="19968"/>
                  <a:pt x="3655" y="19935"/>
                </a:cubicBezTo>
                <a:cubicBezTo>
                  <a:pt x="3686" y="19902"/>
                  <a:pt x="3818" y="19867"/>
                  <a:pt x="3950" y="19858"/>
                </a:cubicBezTo>
                <a:cubicBezTo>
                  <a:pt x="4112" y="19847"/>
                  <a:pt x="4182" y="19803"/>
                  <a:pt x="4164" y="19720"/>
                </a:cubicBezTo>
                <a:cubicBezTo>
                  <a:pt x="4149" y="19652"/>
                  <a:pt x="4166" y="19544"/>
                  <a:pt x="4201" y="19482"/>
                </a:cubicBezTo>
                <a:cubicBezTo>
                  <a:pt x="4236" y="19420"/>
                  <a:pt x="4246" y="19335"/>
                  <a:pt x="4221" y="19292"/>
                </a:cubicBezTo>
                <a:cubicBezTo>
                  <a:pt x="4197" y="19249"/>
                  <a:pt x="3697" y="19208"/>
                  <a:pt x="3111" y="19202"/>
                </a:cubicBezTo>
                <a:cubicBezTo>
                  <a:pt x="2851" y="19199"/>
                  <a:pt x="2654" y="19199"/>
                  <a:pt x="2505" y="19202"/>
                </a:cubicBezTo>
                <a:close/>
                <a:moveTo>
                  <a:pt x="15726" y="19202"/>
                </a:moveTo>
                <a:cubicBezTo>
                  <a:pt x="15349" y="19207"/>
                  <a:pt x="15342" y="19249"/>
                  <a:pt x="15354" y="19407"/>
                </a:cubicBezTo>
                <a:cubicBezTo>
                  <a:pt x="15363" y="19525"/>
                  <a:pt x="15351" y="19674"/>
                  <a:pt x="15328" y="19738"/>
                </a:cubicBezTo>
                <a:cubicBezTo>
                  <a:pt x="15274" y="19889"/>
                  <a:pt x="16155" y="19896"/>
                  <a:pt x="16262" y="19745"/>
                </a:cubicBezTo>
                <a:cubicBezTo>
                  <a:pt x="16316" y="19668"/>
                  <a:pt x="16365" y="19685"/>
                  <a:pt x="16434" y="19808"/>
                </a:cubicBezTo>
                <a:cubicBezTo>
                  <a:pt x="16488" y="19901"/>
                  <a:pt x="16571" y="19957"/>
                  <a:pt x="16620" y="19930"/>
                </a:cubicBezTo>
                <a:cubicBezTo>
                  <a:pt x="16669" y="19904"/>
                  <a:pt x="16801" y="19870"/>
                  <a:pt x="16913" y="19858"/>
                </a:cubicBezTo>
                <a:cubicBezTo>
                  <a:pt x="17025" y="19845"/>
                  <a:pt x="17135" y="19789"/>
                  <a:pt x="17157" y="19732"/>
                </a:cubicBezTo>
                <a:cubicBezTo>
                  <a:pt x="17179" y="19676"/>
                  <a:pt x="17303" y="19641"/>
                  <a:pt x="17432" y="19657"/>
                </a:cubicBezTo>
                <a:cubicBezTo>
                  <a:pt x="17572" y="19675"/>
                  <a:pt x="17669" y="19642"/>
                  <a:pt x="17669" y="19577"/>
                </a:cubicBezTo>
                <a:cubicBezTo>
                  <a:pt x="17669" y="19517"/>
                  <a:pt x="17582" y="19470"/>
                  <a:pt x="17476" y="19470"/>
                </a:cubicBezTo>
                <a:cubicBezTo>
                  <a:pt x="17371" y="19470"/>
                  <a:pt x="17253" y="19413"/>
                  <a:pt x="17214" y="19344"/>
                </a:cubicBezTo>
                <a:cubicBezTo>
                  <a:pt x="17164" y="19257"/>
                  <a:pt x="16869" y="19213"/>
                  <a:pt x="16241" y="19204"/>
                </a:cubicBezTo>
                <a:cubicBezTo>
                  <a:pt x="16019" y="19201"/>
                  <a:pt x="15852" y="19200"/>
                  <a:pt x="15726" y="19202"/>
                </a:cubicBezTo>
                <a:close/>
                <a:moveTo>
                  <a:pt x="14728" y="19292"/>
                </a:moveTo>
                <a:lnTo>
                  <a:pt x="14298" y="19297"/>
                </a:lnTo>
                <a:lnTo>
                  <a:pt x="14298" y="19592"/>
                </a:lnTo>
                <a:lnTo>
                  <a:pt x="14298" y="19885"/>
                </a:lnTo>
                <a:lnTo>
                  <a:pt x="14720" y="19868"/>
                </a:lnTo>
                <a:cubicBezTo>
                  <a:pt x="14951" y="19857"/>
                  <a:pt x="15156" y="19834"/>
                  <a:pt x="15176" y="19815"/>
                </a:cubicBezTo>
                <a:cubicBezTo>
                  <a:pt x="15195" y="19796"/>
                  <a:pt x="15200" y="19667"/>
                  <a:pt x="15186" y="19532"/>
                </a:cubicBezTo>
                <a:cubicBezTo>
                  <a:pt x="15160" y="19298"/>
                  <a:pt x="15138" y="19287"/>
                  <a:pt x="14728" y="19292"/>
                </a:cubicBezTo>
                <a:close/>
                <a:moveTo>
                  <a:pt x="18383" y="19307"/>
                </a:moveTo>
                <a:cubicBezTo>
                  <a:pt x="17877" y="19316"/>
                  <a:pt x="17872" y="19318"/>
                  <a:pt x="17854" y="19582"/>
                </a:cubicBezTo>
                <a:lnTo>
                  <a:pt x="17837" y="19850"/>
                </a:lnTo>
                <a:lnTo>
                  <a:pt x="18300" y="19865"/>
                </a:lnTo>
                <a:cubicBezTo>
                  <a:pt x="18435" y="19870"/>
                  <a:pt x="18554" y="19866"/>
                  <a:pt x="18642" y="19850"/>
                </a:cubicBezTo>
                <a:cubicBezTo>
                  <a:pt x="18687" y="19842"/>
                  <a:pt x="18724" y="19830"/>
                  <a:pt x="18751" y="19818"/>
                </a:cubicBezTo>
                <a:cubicBezTo>
                  <a:pt x="18778" y="19806"/>
                  <a:pt x="18795" y="19793"/>
                  <a:pt x="18801" y="19778"/>
                </a:cubicBezTo>
                <a:cubicBezTo>
                  <a:pt x="18824" y="19712"/>
                  <a:pt x="18875" y="19706"/>
                  <a:pt x="18936" y="19763"/>
                </a:cubicBezTo>
                <a:cubicBezTo>
                  <a:pt x="19068" y="19884"/>
                  <a:pt x="20271" y="19895"/>
                  <a:pt x="20313" y="19775"/>
                </a:cubicBezTo>
                <a:cubicBezTo>
                  <a:pt x="20331" y="19723"/>
                  <a:pt x="20312" y="19586"/>
                  <a:pt x="20272" y="19472"/>
                </a:cubicBezTo>
                <a:cubicBezTo>
                  <a:pt x="20219" y="19324"/>
                  <a:pt x="20164" y="19286"/>
                  <a:pt x="20081" y="19337"/>
                </a:cubicBezTo>
                <a:cubicBezTo>
                  <a:pt x="19959" y="19410"/>
                  <a:pt x="19906" y="19409"/>
                  <a:pt x="19471" y="19334"/>
                </a:cubicBezTo>
                <a:cubicBezTo>
                  <a:pt x="19327" y="19310"/>
                  <a:pt x="19151" y="19327"/>
                  <a:pt x="19080" y="19374"/>
                </a:cubicBezTo>
                <a:cubicBezTo>
                  <a:pt x="19009" y="19421"/>
                  <a:pt x="18938" y="19422"/>
                  <a:pt x="18922" y="19377"/>
                </a:cubicBezTo>
                <a:cubicBezTo>
                  <a:pt x="18906" y="19332"/>
                  <a:pt x="18664" y="19301"/>
                  <a:pt x="18383" y="19307"/>
                </a:cubicBezTo>
                <a:close/>
                <a:moveTo>
                  <a:pt x="1289" y="19384"/>
                </a:moveTo>
                <a:cubicBezTo>
                  <a:pt x="1215" y="19405"/>
                  <a:pt x="1192" y="19585"/>
                  <a:pt x="1262" y="19707"/>
                </a:cubicBezTo>
                <a:cubicBezTo>
                  <a:pt x="1323" y="19814"/>
                  <a:pt x="1424" y="19723"/>
                  <a:pt x="1424" y="19562"/>
                </a:cubicBezTo>
                <a:cubicBezTo>
                  <a:pt x="1424" y="19484"/>
                  <a:pt x="1379" y="19406"/>
                  <a:pt x="1323" y="19387"/>
                </a:cubicBezTo>
                <a:cubicBezTo>
                  <a:pt x="1311" y="19383"/>
                  <a:pt x="1299" y="19381"/>
                  <a:pt x="1289" y="19384"/>
                </a:cubicBezTo>
                <a:close/>
                <a:moveTo>
                  <a:pt x="4767" y="20890"/>
                </a:moveTo>
                <a:lnTo>
                  <a:pt x="3863" y="20910"/>
                </a:lnTo>
                <a:cubicBezTo>
                  <a:pt x="3366" y="20921"/>
                  <a:pt x="2945" y="20971"/>
                  <a:pt x="2928" y="21020"/>
                </a:cubicBezTo>
                <a:cubicBezTo>
                  <a:pt x="2910" y="21070"/>
                  <a:pt x="2868" y="21069"/>
                  <a:pt x="2830" y="21017"/>
                </a:cubicBezTo>
                <a:cubicBezTo>
                  <a:pt x="2793" y="20967"/>
                  <a:pt x="2585" y="20920"/>
                  <a:pt x="2369" y="20912"/>
                </a:cubicBezTo>
                <a:lnTo>
                  <a:pt x="1977" y="20900"/>
                </a:lnTo>
                <a:lnTo>
                  <a:pt x="1977" y="21190"/>
                </a:lnTo>
                <a:lnTo>
                  <a:pt x="1977" y="21483"/>
                </a:lnTo>
                <a:lnTo>
                  <a:pt x="2863" y="21483"/>
                </a:lnTo>
                <a:cubicBezTo>
                  <a:pt x="3350" y="21484"/>
                  <a:pt x="3779" y="21443"/>
                  <a:pt x="3816" y="21390"/>
                </a:cubicBezTo>
                <a:cubicBezTo>
                  <a:pt x="3859" y="21330"/>
                  <a:pt x="3899" y="21332"/>
                  <a:pt x="3922" y="21398"/>
                </a:cubicBezTo>
                <a:cubicBezTo>
                  <a:pt x="3932" y="21426"/>
                  <a:pt x="3986" y="21449"/>
                  <a:pt x="4066" y="21466"/>
                </a:cubicBezTo>
                <a:cubicBezTo>
                  <a:pt x="4106" y="21474"/>
                  <a:pt x="4152" y="21480"/>
                  <a:pt x="4203" y="21483"/>
                </a:cubicBezTo>
                <a:cubicBezTo>
                  <a:pt x="4253" y="21487"/>
                  <a:pt x="4307" y="21488"/>
                  <a:pt x="4362" y="21486"/>
                </a:cubicBezTo>
                <a:cubicBezTo>
                  <a:pt x="4767" y="21471"/>
                  <a:pt x="4767" y="21472"/>
                  <a:pt x="4767" y="21180"/>
                </a:cubicBezTo>
                <a:lnTo>
                  <a:pt x="4767" y="20890"/>
                </a:lnTo>
                <a:close/>
                <a:moveTo>
                  <a:pt x="9070" y="20915"/>
                </a:moveTo>
                <a:cubicBezTo>
                  <a:pt x="7858" y="20916"/>
                  <a:pt x="7452" y="20926"/>
                  <a:pt x="7310" y="20995"/>
                </a:cubicBezTo>
                <a:cubicBezTo>
                  <a:pt x="7286" y="21006"/>
                  <a:pt x="7270" y="21017"/>
                  <a:pt x="7259" y="21032"/>
                </a:cubicBezTo>
                <a:cubicBezTo>
                  <a:pt x="7247" y="21047"/>
                  <a:pt x="7240" y="21066"/>
                  <a:pt x="7236" y="21085"/>
                </a:cubicBezTo>
                <a:cubicBezTo>
                  <a:pt x="7201" y="21241"/>
                  <a:pt x="7194" y="21240"/>
                  <a:pt x="7128" y="21082"/>
                </a:cubicBezTo>
                <a:cubicBezTo>
                  <a:pt x="7066" y="20935"/>
                  <a:pt x="6920" y="20915"/>
                  <a:pt x="5999" y="20920"/>
                </a:cubicBezTo>
                <a:lnTo>
                  <a:pt x="4941" y="20925"/>
                </a:lnTo>
                <a:lnTo>
                  <a:pt x="4941" y="21200"/>
                </a:lnTo>
                <a:cubicBezTo>
                  <a:pt x="4941" y="21454"/>
                  <a:pt x="4960" y="21475"/>
                  <a:pt x="5199" y="21491"/>
                </a:cubicBezTo>
                <a:cubicBezTo>
                  <a:pt x="5341" y="21500"/>
                  <a:pt x="5473" y="21460"/>
                  <a:pt x="5494" y="21400"/>
                </a:cubicBezTo>
                <a:cubicBezTo>
                  <a:pt x="5516" y="21337"/>
                  <a:pt x="5560" y="21330"/>
                  <a:pt x="5599" y="21383"/>
                </a:cubicBezTo>
                <a:cubicBezTo>
                  <a:pt x="5693" y="21506"/>
                  <a:pt x="5920" y="21515"/>
                  <a:pt x="5962" y="21398"/>
                </a:cubicBezTo>
                <a:cubicBezTo>
                  <a:pt x="5980" y="21345"/>
                  <a:pt x="6026" y="21335"/>
                  <a:pt x="6064" y="21378"/>
                </a:cubicBezTo>
                <a:cubicBezTo>
                  <a:pt x="6169" y="21497"/>
                  <a:pt x="7053" y="21504"/>
                  <a:pt x="7135" y="21385"/>
                </a:cubicBezTo>
                <a:cubicBezTo>
                  <a:pt x="7186" y="21311"/>
                  <a:pt x="7216" y="21329"/>
                  <a:pt x="7243" y="21451"/>
                </a:cubicBezTo>
                <a:cubicBezTo>
                  <a:pt x="7267" y="21560"/>
                  <a:pt x="7314" y="21595"/>
                  <a:pt x="7374" y="21551"/>
                </a:cubicBezTo>
                <a:cubicBezTo>
                  <a:pt x="7426" y="21513"/>
                  <a:pt x="7769" y="21491"/>
                  <a:pt x="8137" y="21501"/>
                </a:cubicBezTo>
                <a:cubicBezTo>
                  <a:pt x="8504" y="21510"/>
                  <a:pt x="8844" y="21516"/>
                  <a:pt x="8892" y="21516"/>
                </a:cubicBezTo>
                <a:cubicBezTo>
                  <a:pt x="10973" y="21490"/>
                  <a:pt x="11241" y="21457"/>
                  <a:pt x="10956" y="21265"/>
                </a:cubicBezTo>
                <a:cubicBezTo>
                  <a:pt x="10908" y="21233"/>
                  <a:pt x="10869" y="21141"/>
                  <a:pt x="10869" y="21060"/>
                </a:cubicBezTo>
                <a:cubicBezTo>
                  <a:pt x="10869" y="20934"/>
                  <a:pt x="10601" y="20913"/>
                  <a:pt x="9070" y="20915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Text 0"/>
          <p:cNvSpPr txBox="1"/>
          <p:nvPr/>
        </p:nvSpPr>
        <p:spPr>
          <a:xfrm>
            <a:off x="4087031" y="328755"/>
            <a:ext cx="6246540" cy="687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Предобработка данных</a:t>
            </a:r>
          </a:p>
        </p:txBody>
      </p:sp>
      <p:sp>
        <p:nvSpPr>
          <p:cNvPr id="119" name="Очистка…"/>
          <p:cNvSpPr txBox="1"/>
          <p:nvPr/>
        </p:nvSpPr>
        <p:spPr>
          <a:xfrm>
            <a:off x="565809" y="2389176"/>
            <a:ext cx="5593469" cy="4054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 marL="531394" indent="-150394" defTabSz="457200">
              <a:spcBef>
                <a:spcPts val="1200"/>
              </a:spcBef>
              <a:buSzPct val="100000"/>
              <a:buChar char="•"/>
              <a:defRPr b="1" sz="15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Очистка</a:t>
            </a:r>
            <a:endParaRPr b="0"/>
          </a:p>
          <a:p>
            <a:pPr marL="457200" indent="-317500" defTabSz="457200">
              <a:buSzPct val="100000"/>
              <a:buFont typeface="Times Roman"/>
              <a:buChar char="•"/>
              <a:defRPr sz="15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Удаление дублей, нерелевантных записей, обработка пропущенных значений (NaN).</a:t>
            </a:r>
          </a:p>
          <a:p>
            <a:pPr defTabSz="457200">
              <a:spcBef>
                <a:spcPts val="1200"/>
              </a:spcBef>
              <a:defRPr b="1" sz="15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Соединение (merge)</a:t>
            </a:r>
            <a:endParaRPr b="0"/>
          </a:p>
          <a:p>
            <a:pPr marL="457200" indent="-317500" defTabSz="457200">
              <a:buSzPct val="100000"/>
              <a:buFont typeface="Times Roman"/>
              <a:buChar char="•"/>
              <a:defRPr i="1" sz="15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0"/>
              <a:t>Объединяем </a:t>
            </a:r>
            <a:r>
              <a:t>interactions_df</a:t>
            </a:r>
            <a:r>
              <a:rPr i="0"/>
              <a:t> с </a:t>
            </a:r>
            <a:r>
              <a:t>users_df</a:t>
            </a:r>
            <a:r>
              <a:rPr i="0"/>
              <a:t> и </a:t>
            </a:r>
            <a:r>
              <a:t>posts_df</a:t>
            </a:r>
            <a:r>
              <a:rPr i="0"/>
              <a:t> по ключам </a:t>
            </a:r>
            <a:r>
              <a:rPr i="0">
                <a:latin typeface="Courier"/>
                <a:ea typeface="Courier"/>
                <a:cs typeface="Courier"/>
                <a:sym typeface="Courier"/>
              </a:rPr>
              <a:t>user_id</a:t>
            </a:r>
            <a:r>
              <a:rPr i="0"/>
              <a:t> и </a:t>
            </a:r>
            <a:r>
              <a:rPr i="0">
                <a:latin typeface="Courier"/>
                <a:ea typeface="Courier"/>
                <a:cs typeface="Courier"/>
                <a:sym typeface="Courier"/>
              </a:rPr>
              <a:t>post_id</a:t>
            </a:r>
            <a:r>
              <a:rPr i="0"/>
              <a:t>.</a:t>
            </a:r>
            <a:endParaRPr i="0"/>
          </a:p>
          <a:p>
            <a:pPr defTabSz="457200">
              <a:spcBef>
                <a:spcPts val="1200"/>
              </a:spcBef>
              <a:defRPr b="1" sz="15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Кодирование категорий</a:t>
            </a:r>
            <a:endParaRPr b="0"/>
          </a:p>
          <a:p>
            <a:pPr marL="457200" indent="-317500" defTabSz="457200">
              <a:buSzPct val="100000"/>
              <a:buFont typeface="Times Roman"/>
              <a:buChar char="•"/>
              <a:defRPr sz="15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Применение OneHotEncoder или LabelEncoder к признакам (пол, возрастные категории, жанры/темы).</a:t>
            </a:r>
          </a:p>
          <a:p>
            <a:pPr defTabSz="457200">
              <a:spcBef>
                <a:spcPts val="1200"/>
              </a:spcBef>
              <a:defRPr b="1" sz="15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Текстовая обработка</a:t>
            </a:r>
            <a:endParaRPr b="0"/>
          </a:p>
          <a:p>
            <a:pPr marL="457200" indent="-317500" defTabSz="457200">
              <a:buSzPct val="100000"/>
              <a:buFont typeface="Times Roman"/>
              <a:buChar char="•"/>
              <a:defRPr sz="15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TF-IDF/BERT-токенизация (при необходимости).</a:t>
            </a:r>
          </a:p>
          <a:p>
            <a:pPr defTabSz="457200">
              <a:spcBef>
                <a:spcPts val="1200"/>
              </a:spcBef>
              <a:defRPr b="1" sz="15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Нормализация</a:t>
            </a:r>
            <a:endParaRPr b="0"/>
          </a:p>
          <a:p>
            <a:pPr marL="457200" indent="-317500" defTabSz="457200">
              <a:buSzPct val="100000"/>
              <a:buFont typeface="Times Roman"/>
              <a:buChar char="•"/>
              <a:defRPr sz="15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StandardScaler/MinMaxScaler для числовых признаков (например, возраст, частота взаимодействий).</a:t>
            </a:r>
          </a:p>
        </p:txBody>
      </p:sp>
      <p:pic>
        <p:nvPicPr>
          <p:cNvPr id="120" name="вставленное-изображение.tiff" descr="вставленное-изображение.tiff"/>
          <p:cNvPicPr>
            <a:picLocks noChangeAspect="1"/>
          </p:cNvPicPr>
          <p:nvPr/>
        </p:nvPicPr>
        <p:blipFill>
          <a:blip r:embed="rId3">
            <a:extLst/>
          </a:blip>
          <a:srcRect l="0" t="0" r="0" b="2509"/>
          <a:stretch>
            <a:fillRect/>
          </a:stretch>
        </p:blipFill>
        <p:spPr>
          <a:xfrm>
            <a:off x="6625098" y="2472095"/>
            <a:ext cx="7484296" cy="43561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Text 0"/>
          <p:cNvSpPr txBox="1"/>
          <p:nvPr/>
        </p:nvSpPr>
        <p:spPr>
          <a:xfrm>
            <a:off x="793790" y="1965722"/>
            <a:ext cx="7556422" cy="13858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Построение признаков (Feature Engineering)</a:t>
            </a:r>
          </a:p>
        </p:txBody>
      </p:sp>
      <p:sp>
        <p:nvSpPr>
          <p:cNvPr id="124" name="Text 1"/>
          <p:cNvSpPr txBox="1"/>
          <p:nvPr/>
        </p:nvSpPr>
        <p:spPr>
          <a:xfrm>
            <a:off x="793790" y="3723442"/>
            <a:ext cx="7556422" cy="2823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800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Генерация целевой метрики: Пример: target=5×like+3×listened_full+8×playlist_addtarget=5×like+3×listened_full+8×playlist_add. </a:t>
            </a:r>
          </a:p>
          <a:p>
            <a:pPr>
              <a:lnSpc>
                <a:spcPts val="2800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Текстовые фичи: TF-IDF или BERT для описания поста. Для музыкальных треков — жанр, артист, аудиохарактеристики. Агрегация признаков: История действий пользователя (частота лайков, время прослушивания), взаимодействия с друзьями или популярность исполнителя.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 txBox="1"/>
          <p:nvPr/>
        </p:nvSpPr>
        <p:spPr>
          <a:xfrm>
            <a:off x="1648631" y="384083"/>
            <a:ext cx="10302479" cy="687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Архитектура модели (Learning to Rank)</a:t>
            </a:r>
          </a:p>
        </p:txBody>
      </p:sp>
      <p:sp>
        <p:nvSpPr>
          <p:cNvPr id="127" name="Почему Learning to Rank?…"/>
          <p:cNvSpPr txBox="1"/>
          <p:nvPr/>
        </p:nvSpPr>
        <p:spPr>
          <a:xfrm>
            <a:off x="1144642" y="1679233"/>
            <a:ext cx="13265694" cy="5716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400"/>
              </a:spcBef>
              <a:defRPr b="1" sz="19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 startAt="1"/>
              <a:defRPr b="1" sz="19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Почему Learning to Rank?</a:t>
            </a:r>
            <a:endParaRPr b="0"/>
          </a:p>
          <a:p>
            <a:pPr lvl="1" marL="914400" indent="-317500" defTabSz="457200">
              <a:buSzPct val="100000"/>
              <a:buFont typeface="Times Roman"/>
              <a:buChar char="◦"/>
              <a:defRPr sz="19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Нужно именно </a:t>
            </a:r>
            <a:r>
              <a:rPr b="1"/>
              <a:t>ранжировать</a:t>
            </a:r>
            <a:r>
              <a:t> объекты, а не просто классифицировать.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 startAt="1"/>
              <a:defRPr b="1" sz="19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Алгоритмы</a:t>
            </a:r>
            <a:endParaRPr b="0"/>
          </a:p>
          <a:p>
            <a:pPr lvl="1" marL="914400" indent="-317500" defTabSz="457200">
              <a:buSzPct val="100000"/>
              <a:buFont typeface="Times Roman"/>
              <a:buChar char="◦"/>
              <a:defRPr sz="19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CatBoostRanker, LightGBM Ranker, XGBoost Ranker.</a:t>
            </a:r>
          </a:p>
          <a:p>
            <a:pPr lvl="1" marL="914400" indent="-317500" defTabSz="457200">
              <a:buSzPct val="100000"/>
              <a:buFont typeface="Times Roman"/>
              <a:buChar char="◦"/>
              <a:defRPr sz="19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Или нейронная сеть (многозадачная DNN) для прогнозирования нескольких реакций.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 startAt="1"/>
              <a:defRPr b="1" sz="19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Группировка (group_id)</a:t>
            </a:r>
            <a:endParaRPr b="0"/>
          </a:p>
          <a:p>
            <a:pPr lvl="1" marL="914400" indent="-317500" defTabSz="457200">
              <a:buSzPct val="100000"/>
              <a:buFont typeface="Times Roman"/>
              <a:buChar char="◦"/>
              <a:defRPr sz="19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Группы по пользователям: чтобы модель понимала, что внутри каждой группы (пользователя) идёт своё ранжирование.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 startAt="4"/>
              <a:defRPr b="1" sz="19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Гиперпараметры</a:t>
            </a:r>
            <a:endParaRPr b="0"/>
          </a:p>
          <a:p>
            <a:pPr lvl="1" marL="914400" indent="-317500" defTabSz="457200">
              <a:buSzPct val="100000"/>
              <a:buFont typeface="Times Roman"/>
              <a:buChar char="◦"/>
              <a:defRPr sz="19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Количество итераций, глубина деревьев, learning rate.</a:t>
            </a:r>
          </a:p>
          <a:p>
            <a:pPr lvl="1" marL="914400" indent="-317500" defTabSz="457200">
              <a:buSzPct val="100000"/>
              <a:buFont typeface="Times Roman"/>
              <a:buChar char="◦"/>
              <a:defRPr sz="19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Автоматический поиск (Optuna, Hyperopt).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AutoNum type="arabicPeriod" startAt="5"/>
              <a:defRPr b="1" sz="19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Процесс обучения</a:t>
            </a:r>
            <a:endParaRPr b="0"/>
          </a:p>
          <a:p>
            <a:pPr lvl="1" marL="914400" indent="-317500" defTabSz="457200">
              <a:buSzPct val="100000"/>
              <a:buFont typeface="Times Roman"/>
              <a:buChar char="◦"/>
              <a:defRPr sz="19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Разделение train/test по пользователям (80/20).</a:t>
            </a:r>
          </a:p>
          <a:p>
            <a:pPr lvl="1" marL="914400" indent="-317500" defTabSz="457200">
              <a:buSzPct val="100000"/>
              <a:buFont typeface="Times Roman"/>
              <a:buChar char="◦"/>
              <a:defRPr sz="19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model.fit(train_pool, eval_set=test_pool).</a:t>
            </a:r>
          </a:p>
          <a:p>
            <a:pPr lvl="1" marL="914400" indent="-317500" defTabSz="457200">
              <a:buSzPct val="100000"/>
              <a:buFont typeface="Times Roman"/>
              <a:buChar char="◦"/>
              <a:defRPr sz="19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Логи обучения (функция потерь) + метрики на валидации.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Text 0"/>
          <p:cNvSpPr txBox="1"/>
          <p:nvPr/>
        </p:nvSpPr>
        <p:spPr>
          <a:xfrm>
            <a:off x="793790" y="2320170"/>
            <a:ext cx="4731123" cy="687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Обучение модели</a:t>
            </a:r>
          </a:p>
        </p:txBody>
      </p:sp>
      <p:sp>
        <p:nvSpPr>
          <p:cNvPr id="131" name="Text 1"/>
          <p:cNvSpPr txBox="1"/>
          <p:nvPr/>
        </p:nvSpPr>
        <p:spPr>
          <a:xfrm>
            <a:off x="793790" y="3369112"/>
            <a:ext cx="7556422" cy="2823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800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Формирование тренировочных и тестовых групп: Деление по пользователю (train_users / test_users). </a:t>
            </a:r>
          </a:p>
          <a:p>
            <a:pPr>
              <a:lnSpc>
                <a:spcPts val="2800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Балансировка положительных и отрицательных примеров.</a:t>
            </a:r>
          </a:p>
          <a:p>
            <a:pPr>
              <a:lnSpc>
                <a:spcPts val="2800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Тренировка: model_ranker = CatBoostRanker(...) model_ranker.fit(train_pool, eval_set=test_pool). </a:t>
            </a:r>
          </a:p>
          <a:p>
            <a:pPr>
              <a:lnSpc>
                <a:spcPts val="2800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Метрики: NDCG@k, MAP@k, ROC-AUC (если бинарная классификация). Пример: ndcg_score(true, pred, k=5).</a:t>
            </a:r>
          </a:p>
          <a:p>
            <a:pPr>
              <a:lnSpc>
                <a:spcPts val="2800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Результаты: Среднее NDCG@5: 0.65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/>
          <p:cNvSpPr txBox="1"/>
          <p:nvPr/>
        </p:nvSpPr>
        <p:spPr>
          <a:xfrm>
            <a:off x="6280189" y="2328623"/>
            <a:ext cx="7556422" cy="1385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Инференс (Inference) и развертывание</a:t>
            </a:r>
          </a:p>
        </p:txBody>
      </p:sp>
      <p:sp>
        <p:nvSpPr>
          <p:cNvPr id="135" name="Text 1"/>
          <p:cNvSpPr txBox="1"/>
          <p:nvPr/>
        </p:nvSpPr>
        <p:spPr>
          <a:xfrm>
            <a:off x="6280189" y="4086343"/>
            <a:ext cx="7556422" cy="1756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Онлайн-сервис: REST API (Flask/FastAPI). Приходит запрос с user_id, модель возвращает ранжированный список. Мониторинг: Технические метрики: задержки, ошибки. Бизнес-метрики: CTR, доля дослушиваний, время в приложении. Обновление модели: Регулярное переобучение. A/B-тестирование новых версий.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 txBox="1"/>
          <p:nvPr/>
        </p:nvSpPr>
        <p:spPr>
          <a:xfrm>
            <a:off x="6241181" y="341314"/>
            <a:ext cx="2148038" cy="687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Выводы</a:t>
            </a:r>
          </a:p>
        </p:txBody>
      </p:sp>
      <p:sp>
        <p:nvSpPr>
          <p:cNvPr id="138" name="Польза для пользователя: Сокращается время поиска интересного контента, повышается удовлетворённость.…"/>
          <p:cNvSpPr txBox="1"/>
          <p:nvPr/>
        </p:nvSpPr>
        <p:spPr>
          <a:xfrm>
            <a:off x="1320454" y="5801097"/>
            <a:ext cx="12423296" cy="161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defRPr sz="17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Польза для пользователя</a:t>
            </a:r>
            <a:r>
              <a:t>: Сокращается время поиска интересного контента, повышается удовлетворённость.</a:t>
            </a:r>
          </a:p>
          <a:p>
            <a:pPr defTabSz="457200">
              <a:defRPr sz="17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Польза для сервиса</a:t>
            </a:r>
            <a:r>
              <a:t>: Растут метрики вовлечённости (CTR, лайки, репосты), следовательно, улучшается удержание пользователей.</a:t>
            </a:r>
          </a:p>
          <a:p>
            <a:pPr defTabSz="457200">
              <a:defRPr b="1" sz="17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Главные вызовы</a:t>
            </a:r>
            <a:r>
              <a:rPr b="0"/>
              <a:t>:</a:t>
            </a:r>
            <a:endParaRPr b="0"/>
          </a:p>
          <a:p>
            <a:pPr marL="457200" indent="-317500" defTabSz="457200">
              <a:buSzPct val="100000"/>
              <a:buFont typeface="Times Roman"/>
              <a:buChar char="•"/>
              <a:defRPr sz="17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Сложность данных</a:t>
            </a:r>
            <a:r>
              <a:t>: тексты, картинки, социальные связи. Нужно уметь извлекать релевантные фичи.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17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Ограничения по производительности</a:t>
            </a:r>
            <a:r>
              <a:t>: ранжирование иногда должно происходить «на лету» для миллионов пользователей.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1700">
                <a:solidFill>
                  <a:srgbClr val="FFFFF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Динамика интересов</a:t>
            </a:r>
            <a:r>
              <a:t>: предпочтения пользователей могут меняться, требует регулярного пересмотра или онлайнового обучения.</a:t>
            </a:r>
          </a:p>
        </p:txBody>
      </p:sp>
      <p:pic>
        <p:nvPicPr>
          <p:cNvPr id="139" name="Снимок экрана 2025-01-14 в 01.27.19.png" descr="Снимок экрана 2025-01-14 в 01.27.1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90324" y="1454894"/>
            <a:ext cx="4000501" cy="401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вставленное-изображение.tiff" descr="вставленное-изображение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442262" y="1927573"/>
            <a:ext cx="4461580" cy="29743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